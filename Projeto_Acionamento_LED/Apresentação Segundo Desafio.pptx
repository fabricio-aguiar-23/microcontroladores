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1" r:id="rId6"/>
    <p:sldId id="264" r:id="rId7"/>
    <p:sldId id="262" r:id="rId8"/>
    <p:sldId id="267" r:id="rId9"/>
    <p:sldId id="271" r:id="rId10"/>
    <p:sldId id="272" r:id="rId11"/>
    <p:sldId id="268" r:id="rId12"/>
    <p:sldId id="269" r:id="rId13"/>
    <p:sldId id="270" r:id="rId14"/>
    <p:sldId id="266" r:id="rId15"/>
    <p:sldId id="265" r:id="rId16"/>
  </p:sldIdLst>
  <p:sldSz cx="9144000" cy="5143500" type="screen16x9"/>
  <p:notesSz cx="6858000" cy="9144000"/>
  <p:embeddedFontLst>
    <p:embeddedFont>
      <p:font typeface="Epilogue" panose="020B0604020202020204" charset="0"/>
      <p:regular r:id="rId18"/>
      <p:bold r:id="rId19"/>
      <p:italic r:id="rId20"/>
      <p:boldItalic r:id="rId21"/>
    </p:embeddedFon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Nunito Light" pitchFamily="2" charset="0"/>
      <p:regular r:id="rId26"/>
      <p:italic r:id="rId27"/>
    </p:embeddedFont>
    <p:embeddedFont>
      <p:font typeface="Raleway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EF2D46E-9FAA-42B6-B1C3-0C4D7C7A04D7}">
  <a:tblStyle styleId="{7EF2D46E-9FAA-42B6-B1C3-0C4D7C7A04D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6020C0C-75BA-439F-A1B6-51F56B99F4E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5" d="100"/>
          <a:sy n="125" d="100"/>
        </p:scale>
        <p:origin x="415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3484897fde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3484897fde9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5">
          <a:extLst>
            <a:ext uri="{FF2B5EF4-FFF2-40B4-BE49-F238E27FC236}">
              <a16:creationId xmlns:a16="http://schemas.microsoft.com/office/drawing/2014/main" id="{812AED93-5953-CBDF-FD60-A9A33D6FB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54dda1946d_6_332:notes">
            <a:extLst>
              <a:ext uri="{FF2B5EF4-FFF2-40B4-BE49-F238E27FC236}">
                <a16:creationId xmlns:a16="http://schemas.microsoft.com/office/drawing/2014/main" id="{A758A782-8742-045D-7437-5782B03758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54dda1946d_6_332:notes">
            <a:extLst>
              <a:ext uri="{FF2B5EF4-FFF2-40B4-BE49-F238E27FC236}">
                <a16:creationId xmlns:a16="http://schemas.microsoft.com/office/drawing/2014/main" id="{4FEA7D3A-A2BE-0577-1FE6-BDD39DBCB4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83673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5">
          <a:extLst>
            <a:ext uri="{FF2B5EF4-FFF2-40B4-BE49-F238E27FC236}">
              <a16:creationId xmlns:a16="http://schemas.microsoft.com/office/drawing/2014/main" id="{41D71821-99EC-27CA-F956-03ABBB538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54dda1946d_6_332:notes">
            <a:extLst>
              <a:ext uri="{FF2B5EF4-FFF2-40B4-BE49-F238E27FC236}">
                <a16:creationId xmlns:a16="http://schemas.microsoft.com/office/drawing/2014/main" id="{2DE16D0D-9588-D899-E749-215BB4BB6E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54dda1946d_6_332:notes">
            <a:extLst>
              <a:ext uri="{FF2B5EF4-FFF2-40B4-BE49-F238E27FC236}">
                <a16:creationId xmlns:a16="http://schemas.microsoft.com/office/drawing/2014/main" id="{0F099DDA-BCAF-AEC6-EC94-9E1042AA7C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19370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5">
          <a:extLst>
            <a:ext uri="{FF2B5EF4-FFF2-40B4-BE49-F238E27FC236}">
              <a16:creationId xmlns:a16="http://schemas.microsoft.com/office/drawing/2014/main" id="{E2F0E164-B0D2-8DC5-AAD6-B84381C10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54dda1946d_6_332:notes">
            <a:extLst>
              <a:ext uri="{FF2B5EF4-FFF2-40B4-BE49-F238E27FC236}">
                <a16:creationId xmlns:a16="http://schemas.microsoft.com/office/drawing/2014/main" id="{176557A5-C405-36F6-CCE5-56BE05BB46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54dda1946d_6_332:notes">
            <a:extLst>
              <a:ext uri="{FF2B5EF4-FFF2-40B4-BE49-F238E27FC236}">
                <a16:creationId xmlns:a16="http://schemas.microsoft.com/office/drawing/2014/main" id="{EA4FF3CF-49CA-2EF6-02C8-CD16D4955F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67929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5">
          <a:extLst>
            <a:ext uri="{FF2B5EF4-FFF2-40B4-BE49-F238E27FC236}">
              <a16:creationId xmlns:a16="http://schemas.microsoft.com/office/drawing/2014/main" id="{C3D2E46F-3673-03D3-0DBD-6AF66D8FD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54dda1946d_6_332:notes">
            <a:extLst>
              <a:ext uri="{FF2B5EF4-FFF2-40B4-BE49-F238E27FC236}">
                <a16:creationId xmlns:a16="http://schemas.microsoft.com/office/drawing/2014/main" id="{6ECF5954-C0EB-EBDF-951E-F588F35AE0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54dda1946d_6_332:notes">
            <a:extLst>
              <a:ext uri="{FF2B5EF4-FFF2-40B4-BE49-F238E27FC236}">
                <a16:creationId xmlns:a16="http://schemas.microsoft.com/office/drawing/2014/main" id="{87A87657-9119-89BC-5260-C8D113550E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97798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5">
          <a:extLst>
            <a:ext uri="{FF2B5EF4-FFF2-40B4-BE49-F238E27FC236}">
              <a16:creationId xmlns:a16="http://schemas.microsoft.com/office/drawing/2014/main" id="{8E797D22-E130-11E4-9D9D-C59158BA2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54dda1946d_6_332:notes">
            <a:extLst>
              <a:ext uri="{FF2B5EF4-FFF2-40B4-BE49-F238E27FC236}">
                <a16:creationId xmlns:a16="http://schemas.microsoft.com/office/drawing/2014/main" id="{0DE7B775-8B6D-3170-0B8C-FCC1B14403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54dda1946d_6_332:notes">
            <a:extLst>
              <a:ext uri="{FF2B5EF4-FFF2-40B4-BE49-F238E27FC236}">
                <a16:creationId xmlns:a16="http://schemas.microsoft.com/office/drawing/2014/main" id="{447BD7A3-8925-56C9-DABD-3D8C33C0E1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77120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5">
          <a:extLst>
            <a:ext uri="{FF2B5EF4-FFF2-40B4-BE49-F238E27FC236}">
              <a16:creationId xmlns:a16="http://schemas.microsoft.com/office/drawing/2014/main" id="{A5124A6E-F2B0-5D71-025B-9A7076893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54dda1946d_6_332:notes">
            <a:extLst>
              <a:ext uri="{FF2B5EF4-FFF2-40B4-BE49-F238E27FC236}">
                <a16:creationId xmlns:a16="http://schemas.microsoft.com/office/drawing/2014/main" id="{314B69E6-3572-9636-869D-0C4C0F5483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54dda1946d_6_332:notes">
            <a:extLst>
              <a:ext uri="{FF2B5EF4-FFF2-40B4-BE49-F238E27FC236}">
                <a16:creationId xmlns:a16="http://schemas.microsoft.com/office/drawing/2014/main" id="{A6152A62-3F1F-7419-B65D-1AA1D007BE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6410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5">
          <a:extLst>
            <a:ext uri="{FF2B5EF4-FFF2-40B4-BE49-F238E27FC236}">
              <a16:creationId xmlns:a16="http://schemas.microsoft.com/office/drawing/2014/main" id="{1B439E62-7D18-439E-C945-433909A23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54dda1946d_6_332:notes">
            <a:extLst>
              <a:ext uri="{FF2B5EF4-FFF2-40B4-BE49-F238E27FC236}">
                <a16:creationId xmlns:a16="http://schemas.microsoft.com/office/drawing/2014/main" id="{467F938F-B764-0D55-57E3-FA1B5C1DEF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54dda1946d_6_332:notes">
            <a:extLst>
              <a:ext uri="{FF2B5EF4-FFF2-40B4-BE49-F238E27FC236}">
                <a16:creationId xmlns:a16="http://schemas.microsoft.com/office/drawing/2014/main" id="{5ED8B08C-E491-F12D-8CF9-303ACFA8F5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78356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1">
          <a:extLst>
            <a:ext uri="{FF2B5EF4-FFF2-40B4-BE49-F238E27FC236}">
              <a16:creationId xmlns:a16="http://schemas.microsoft.com/office/drawing/2014/main" id="{767D2877-F8DB-BAC0-DA8F-BC963CC42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184d99d1a72_0_57:notes">
            <a:extLst>
              <a:ext uri="{FF2B5EF4-FFF2-40B4-BE49-F238E27FC236}">
                <a16:creationId xmlns:a16="http://schemas.microsoft.com/office/drawing/2014/main" id="{DF6BE0F6-6197-82F2-F6F8-7B5C18A174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184d99d1a72_0_57:notes">
            <a:extLst>
              <a:ext uri="{FF2B5EF4-FFF2-40B4-BE49-F238E27FC236}">
                <a16:creationId xmlns:a16="http://schemas.microsoft.com/office/drawing/2014/main" id="{32633856-3CFD-83A5-2F49-21D2E304F4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8394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144500"/>
            <a:ext cx="4112100" cy="237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23200"/>
            <a:ext cx="4112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10800000">
            <a:off x="-1604593" y="-845132"/>
            <a:ext cx="3281418" cy="2132806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-9899992" flipH="1">
            <a:off x="-1515196" y="4121356"/>
            <a:ext cx="3953580" cy="192177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5"/>
          <p:cNvSpPr txBox="1">
            <a:spLocks noGrp="1"/>
          </p:cNvSpPr>
          <p:nvPr>
            <p:ph type="subTitle" idx="1"/>
          </p:nvPr>
        </p:nvSpPr>
        <p:spPr>
          <a:xfrm>
            <a:off x="4679150" y="2453574"/>
            <a:ext cx="3384300" cy="11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5"/>
          <p:cNvSpPr txBox="1">
            <a:spLocks noGrp="1"/>
          </p:cNvSpPr>
          <p:nvPr>
            <p:ph type="subTitle" idx="2"/>
          </p:nvPr>
        </p:nvSpPr>
        <p:spPr>
          <a:xfrm>
            <a:off x="1080525" y="2453574"/>
            <a:ext cx="3384300" cy="11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5"/>
          <p:cNvSpPr txBox="1">
            <a:spLocks noGrp="1"/>
          </p:cNvSpPr>
          <p:nvPr>
            <p:ph type="subTitle" idx="3"/>
          </p:nvPr>
        </p:nvSpPr>
        <p:spPr>
          <a:xfrm>
            <a:off x="1080536" y="1817200"/>
            <a:ext cx="3384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7" name="Google Shape;117;p5"/>
          <p:cNvSpPr txBox="1">
            <a:spLocks noGrp="1"/>
          </p:cNvSpPr>
          <p:nvPr>
            <p:ph type="subTitle" idx="4"/>
          </p:nvPr>
        </p:nvSpPr>
        <p:spPr>
          <a:xfrm>
            <a:off x="4679164" y="1817200"/>
            <a:ext cx="3384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8" name="Google Shape;118;p5"/>
          <p:cNvSpPr/>
          <p:nvPr/>
        </p:nvSpPr>
        <p:spPr>
          <a:xfrm rot="5551952">
            <a:off x="-721531" y="4084618"/>
            <a:ext cx="2053998" cy="1765206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"/>
          <p:cNvSpPr/>
          <p:nvPr/>
        </p:nvSpPr>
        <p:spPr>
          <a:xfrm rot="-460685">
            <a:off x="-850641" y="-888875"/>
            <a:ext cx="2082611" cy="168399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"/>
          <p:cNvSpPr/>
          <p:nvPr/>
        </p:nvSpPr>
        <p:spPr>
          <a:xfrm rot="3259731">
            <a:off x="7063135" y="-804478"/>
            <a:ext cx="3168421" cy="256197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6"/>
          <p:cNvSpPr/>
          <p:nvPr/>
        </p:nvSpPr>
        <p:spPr>
          <a:xfrm rot="-9076707">
            <a:off x="85462" y="-755109"/>
            <a:ext cx="1683799" cy="1313891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4" name="Google Shape;124;p6"/>
          <p:cNvGrpSpPr/>
          <p:nvPr/>
        </p:nvGrpSpPr>
        <p:grpSpPr>
          <a:xfrm>
            <a:off x="6779278" y="192982"/>
            <a:ext cx="2107998" cy="297419"/>
            <a:chOff x="6108096" y="3265836"/>
            <a:chExt cx="1633727" cy="230504"/>
          </a:xfrm>
        </p:grpSpPr>
        <p:sp>
          <p:nvSpPr>
            <p:cNvPr id="125" name="Google Shape;125;p6"/>
            <p:cNvSpPr/>
            <p:nvPr/>
          </p:nvSpPr>
          <p:spPr>
            <a:xfrm>
              <a:off x="6108096" y="3265836"/>
              <a:ext cx="1633727" cy="230504"/>
            </a:xfrm>
            <a:custGeom>
              <a:avLst/>
              <a:gdLst/>
              <a:ahLst/>
              <a:cxnLst/>
              <a:rect l="l" t="t" r="r" b="b"/>
              <a:pathLst>
                <a:path w="1633727" h="230504" extrusionOk="0">
                  <a:moveTo>
                    <a:pt x="1518476" y="0"/>
                  </a:moveTo>
                  <a:cubicBezTo>
                    <a:pt x="1582128" y="0"/>
                    <a:pt x="1633728" y="51600"/>
                    <a:pt x="1633728" y="115253"/>
                  </a:cubicBezTo>
                  <a:lnTo>
                    <a:pt x="1633728" y="115253"/>
                  </a:lnTo>
                  <a:cubicBezTo>
                    <a:pt x="1633728" y="178905"/>
                    <a:pt x="1582128" y="230505"/>
                    <a:pt x="1518476" y="230505"/>
                  </a:cubicBezTo>
                  <a:lnTo>
                    <a:pt x="115252" y="230505"/>
                  </a:lnTo>
                  <a:cubicBezTo>
                    <a:pt x="51601" y="230505"/>
                    <a:pt x="0" y="178905"/>
                    <a:pt x="0" y="115253"/>
                  </a:cubicBezTo>
                  <a:lnTo>
                    <a:pt x="0" y="115253"/>
                  </a:lnTo>
                  <a:cubicBezTo>
                    <a:pt x="0" y="51600"/>
                    <a:pt x="51601" y="0"/>
                    <a:pt x="115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7528381" y="3292292"/>
              <a:ext cx="166485" cy="165854"/>
            </a:xfrm>
            <a:custGeom>
              <a:avLst/>
              <a:gdLst/>
              <a:ahLst/>
              <a:cxnLst/>
              <a:rect l="l" t="t" r="r" b="b"/>
              <a:pathLst>
                <a:path w="166485" h="165854" extrusionOk="0">
                  <a:moveTo>
                    <a:pt x="161532" y="137469"/>
                  </a:moveTo>
                  <a:lnTo>
                    <a:pt x="120003" y="95941"/>
                  </a:lnTo>
                  <a:lnTo>
                    <a:pt x="113336" y="102608"/>
                  </a:lnTo>
                  <a:lnTo>
                    <a:pt x="105811" y="95083"/>
                  </a:lnTo>
                  <a:cubicBezTo>
                    <a:pt x="123622" y="71842"/>
                    <a:pt x="122194" y="38600"/>
                    <a:pt x="100953" y="17359"/>
                  </a:cubicBezTo>
                  <a:cubicBezTo>
                    <a:pt x="77807" y="-5786"/>
                    <a:pt x="40374" y="-5786"/>
                    <a:pt x="17324" y="17359"/>
                  </a:cubicBezTo>
                  <a:cubicBezTo>
                    <a:pt x="-5727" y="40505"/>
                    <a:pt x="-5822" y="77938"/>
                    <a:pt x="17324" y="100989"/>
                  </a:cubicBezTo>
                  <a:cubicBezTo>
                    <a:pt x="38850" y="122515"/>
                    <a:pt x="72568" y="123754"/>
                    <a:pt x="95809" y="105275"/>
                  </a:cubicBezTo>
                  <a:lnTo>
                    <a:pt x="103334" y="112800"/>
                  </a:lnTo>
                  <a:lnTo>
                    <a:pt x="96667" y="119467"/>
                  </a:lnTo>
                  <a:lnTo>
                    <a:pt x="138196" y="160996"/>
                  </a:lnTo>
                  <a:cubicBezTo>
                    <a:pt x="144673" y="167473"/>
                    <a:pt x="155150" y="167473"/>
                    <a:pt x="161627" y="160996"/>
                  </a:cubicBezTo>
                  <a:lnTo>
                    <a:pt x="161627" y="160996"/>
                  </a:lnTo>
                  <a:cubicBezTo>
                    <a:pt x="168104" y="154519"/>
                    <a:pt x="168104" y="144042"/>
                    <a:pt x="161627" y="137565"/>
                  </a:cubicBezTo>
                  <a:close/>
                  <a:moveTo>
                    <a:pt x="59138" y="102513"/>
                  </a:moveTo>
                  <a:cubicBezTo>
                    <a:pt x="54471" y="102513"/>
                    <a:pt x="49899" y="101751"/>
                    <a:pt x="45612" y="100417"/>
                  </a:cubicBezTo>
                  <a:cubicBezTo>
                    <a:pt x="33611" y="96512"/>
                    <a:pt x="23896" y="87463"/>
                    <a:pt x="19133" y="75938"/>
                  </a:cubicBezTo>
                  <a:cubicBezTo>
                    <a:pt x="16942" y="70794"/>
                    <a:pt x="15799" y="65175"/>
                    <a:pt x="15799" y="59269"/>
                  </a:cubicBezTo>
                  <a:cubicBezTo>
                    <a:pt x="15799" y="35361"/>
                    <a:pt x="35231" y="15931"/>
                    <a:pt x="59138" y="15931"/>
                  </a:cubicBezTo>
                  <a:cubicBezTo>
                    <a:pt x="65044" y="15931"/>
                    <a:pt x="70663" y="17074"/>
                    <a:pt x="75807" y="19264"/>
                  </a:cubicBezTo>
                  <a:cubicBezTo>
                    <a:pt x="87332" y="24122"/>
                    <a:pt x="96381" y="33742"/>
                    <a:pt x="100286" y="45744"/>
                  </a:cubicBezTo>
                  <a:cubicBezTo>
                    <a:pt x="101715" y="50030"/>
                    <a:pt x="102382" y="54507"/>
                    <a:pt x="102382" y="59269"/>
                  </a:cubicBezTo>
                  <a:cubicBezTo>
                    <a:pt x="102382" y="83177"/>
                    <a:pt x="83046" y="102513"/>
                    <a:pt x="59138" y="1025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7475124" y="3290220"/>
              <a:ext cx="7620" cy="174307"/>
            </a:xfrm>
            <a:custGeom>
              <a:avLst/>
              <a:gdLst/>
              <a:ahLst/>
              <a:cxnLst/>
              <a:rect l="l" t="t" r="r" b="b"/>
              <a:pathLst>
                <a:path w="7620" h="174307" extrusionOk="0">
                  <a:moveTo>
                    <a:pt x="3810" y="174308"/>
                  </a:moveTo>
                  <a:lnTo>
                    <a:pt x="3810" y="174308"/>
                  </a:lnTo>
                  <a:cubicBezTo>
                    <a:pt x="1714" y="174308"/>
                    <a:pt x="0" y="172593"/>
                    <a:pt x="0" y="170497"/>
                  </a:cubicBezTo>
                  <a:lnTo>
                    <a:pt x="0" y="3810"/>
                  </a:lnTo>
                  <a:cubicBezTo>
                    <a:pt x="0" y="1714"/>
                    <a:pt x="1714" y="0"/>
                    <a:pt x="3810" y="0"/>
                  </a:cubicBezTo>
                  <a:lnTo>
                    <a:pt x="3810" y="0"/>
                  </a:lnTo>
                  <a:cubicBezTo>
                    <a:pt x="5905" y="0"/>
                    <a:pt x="7620" y="1714"/>
                    <a:pt x="7620" y="3810"/>
                  </a:cubicBezTo>
                  <a:lnTo>
                    <a:pt x="7620" y="170497"/>
                  </a:lnTo>
                  <a:cubicBezTo>
                    <a:pt x="7620" y="172593"/>
                    <a:pt x="5905" y="174308"/>
                    <a:pt x="3810" y="1743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6"/>
          <p:cNvSpPr/>
          <p:nvPr/>
        </p:nvSpPr>
        <p:spPr>
          <a:xfrm rot="532502" flipH="1">
            <a:off x="-514115" y="4385276"/>
            <a:ext cx="1514959" cy="122499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" name="Google Shape;129;p6"/>
          <p:cNvGrpSpPr/>
          <p:nvPr/>
        </p:nvGrpSpPr>
        <p:grpSpPr>
          <a:xfrm>
            <a:off x="-148774" y="4544215"/>
            <a:ext cx="784225" cy="584398"/>
            <a:chOff x="1914620" y="1930431"/>
            <a:chExt cx="572929" cy="426911"/>
          </a:xfrm>
        </p:grpSpPr>
        <p:grpSp>
          <p:nvGrpSpPr>
            <p:cNvPr id="130" name="Google Shape;130;p6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31" name="Google Shape;131;p6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6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5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6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4" name="Google Shape;134;p6"/>
            <p:cNvSpPr/>
            <p:nvPr/>
          </p:nvSpPr>
          <p:spPr>
            <a:xfrm>
              <a:off x="2024157" y="2180272"/>
              <a:ext cx="222980" cy="101917"/>
            </a:xfrm>
            <a:custGeom>
              <a:avLst/>
              <a:gdLst/>
              <a:ahLst/>
              <a:cxnLst/>
              <a:rect l="l" t="t" r="r" b="b"/>
              <a:pathLst>
                <a:path w="222980" h="101917" extrusionOk="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p6"/>
          <p:cNvSpPr/>
          <p:nvPr/>
        </p:nvSpPr>
        <p:spPr>
          <a:xfrm rot="5844200">
            <a:off x="8030548" y="2339312"/>
            <a:ext cx="2404301" cy="131859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40" name="Google Shape;140;p7"/>
          <p:cNvSpPr/>
          <p:nvPr/>
        </p:nvSpPr>
        <p:spPr>
          <a:xfrm rot="-2381697">
            <a:off x="-1265120" y="-661594"/>
            <a:ext cx="3096202" cy="2008988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"/>
          <p:cNvSpPr/>
          <p:nvPr/>
        </p:nvSpPr>
        <p:spPr>
          <a:xfrm rot="-7296874">
            <a:off x="-735040" y="4231574"/>
            <a:ext cx="2036053" cy="150886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2" name="Google Shape;142;p7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143" name="Google Shape;143;p7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144" name="Google Shape;144;p7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7" name="Google Shape;147;p7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0" name="Google Shape;150;p8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"/>
          <p:cNvSpPr/>
          <p:nvPr/>
        </p:nvSpPr>
        <p:spPr>
          <a:xfrm rot="-4592116" flipH="1">
            <a:off x="6189" y="113200"/>
            <a:ext cx="642877" cy="51982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9"/>
          <p:cNvSpPr/>
          <p:nvPr/>
        </p:nvSpPr>
        <p:spPr>
          <a:xfrm rot="3263452">
            <a:off x="-163955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9"/>
          <p:cNvSpPr/>
          <p:nvPr/>
        </p:nvSpPr>
        <p:spPr>
          <a:xfrm rot="-460623">
            <a:off x="-1793263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9"/>
          <p:cNvSpPr/>
          <p:nvPr/>
        </p:nvSpPr>
        <p:spPr>
          <a:xfrm rot="4592047">
            <a:off x="7797256" y="593203"/>
            <a:ext cx="1475158" cy="119280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13"/>
          <p:cNvSpPr txBox="1">
            <a:spLocks noGrp="1"/>
          </p:cNvSpPr>
          <p:nvPr>
            <p:ph type="title" idx="2" hasCustomPrompt="1"/>
          </p:nvPr>
        </p:nvSpPr>
        <p:spPr>
          <a:xfrm>
            <a:off x="1100975" y="1203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3" name="Google Shape;243;p13"/>
          <p:cNvSpPr txBox="1">
            <a:spLocks noGrp="1"/>
          </p:cNvSpPr>
          <p:nvPr>
            <p:ph type="title" idx="3" hasCustomPrompt="1"/>
          </p:nvPr>
        </p:nvSpPr>
        <p:spPr>
          <a:xfrm>
            <a:off x="1100975" y="278920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4" name="Google Shape;244;p13"/>
          <p:cNvSpPr txBox="1">
            <a:spLocks noGrp="1"/>
          </p:cNvSpPr>
          <p:nvPr>
            <p:ph type="title" idx="4" hasCustomPrompt="1"/>
          </p:nvPr>
        </p:nvSpPr>
        <p:spPr>
          <a:xfrm>
            <a:off x="3419250" y="1203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5" name="Google Shape;245;p13"/>
          <p:cNvSpPr txBox="1">
            <a:spLocks noGrp="1"/>
          </p:cNvSpPr>
          <p:nvPr>
            <p:ph type="title" idx="5" hasCustomPrompt="1"/>
          </p:nvPr>
        </p:nvSpPr>
        <p:spPr>
          <a:xfrm>
            <a:off x="3419250" y="278920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6" name="Google Shape;246;p13"/>
          <p:cNvSpPr txBox="1">
            <a:spLocks noGrp="1"/>
          </p:cNvSpPr>
          <p:nvPr>
            <p:ph type="title" idx="6" hasCustomPrompt="1"/>
          </p:nvPr>
        </p:nvSpPr>
        <p:spPr>
          <a:xfrm>
            <a:off x="5737525" y="1203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7" name="Google Shape;247;p13"/>
          <p:cNvSpPr txBox="1">
            <a:spLocks noGrp="1"/>
          </p:cNvSpPr>
          <p:nvPr>
            <p:ph type="title" idx="7" hasCustomPrompt="1"/>
          </p:nvPr>
        </p:nvSpPr>
        <p:spPr>
          <a:xfrm>
            <a:off x="5737525" y="278920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8" name="Google Shape;248;p13"/>
          <p:cNvSpPr txBox="1">
            <a:spLocks noGrp="1"/>
          </p:cNvSpPr>
          <p:nvPr>
            <p:ph type="subTitle" idx="1"/>
          </p:nvPr>
        </p:nvSpPr>
        <p:spPr>
          <a:xfrm>
            <a:off x="1100975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9" name="Google Shape;249;p13"/>
          <p:cNvSpPr txBox="1">
            <a:spLocks noGrp="1"/>
          </p:cNvSpPr>
          <p:nvPr>
            <p:ph type="subTitle" idx="8"/>
          </p:nvPr>
        </p:nvSpPr>
        <p:spPr>
          <a:xfrm>
            <a:off x="3419250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0" name="Google Shape;250;p13"/>
          <p:cNvSpPr txBox="1">
            <a:spLocks noGrp="1"/>
          </p:cNvSpPr>
          <p:nvPr>
            <p:ph type="subTitle" idx="9"/>
          </p:nvPr>
        </p:nvSpPr>
        <p:spPr>
          <a:xfrm>
            <a:off x="5737525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1" name="Google Shape;251;p13"/>
          <p:cNvSpPr txBox="1">
            <a:spLocks noGrp="1"/>
          </p:cNvSpPr>
          <p:nvPr>
            <p:ph type="subTitle" idx="13"/>
          </p:nvPr>
        </p:nvSpPr>
        <p:spPr>
          <a:xfrm>
            <a:off x="1100975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2" name="Google Shape;252;p13"/>
          <p:cNvSpPr txBox="1">
            <a:spLocks noGrp="1"/>
          </p:cNvSpPr>
          <p:nvPr>
            <p:ph type="subTitle" idx="14"/>
          </p:nvPr>
        </p:nvSpPr>
        <p:spPr>
          <a:xfrm>
            <a:off x="3419250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3" name="Google Shape;253;p13"/>
          <p:cNvSpPr txBox="1">
            <a:spLocks noGrp="1"/>
          </p:cNvSpPr>
          <p:nvPr>
            <p:ph type="subTitle" idx="15"/>
          </p:nvPr>
        </p:nvSpPr>
        <p:spPr>
          <a:xfrm>
            <a:off x="5737525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4" name="Google Shape;254;p13"/>
          <p:cNvSpPr/>
          <p:nvPr/>
        </p:nvSpPr>
        <p:spPr>
          <a:xfrm rot="8819869" flipH="1">
            <a:off x="7035528" y="3933627"/>
            <a:ext cx="3158468" cy="250964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3"/>
          <p:cNvSpPr/>
          <p:nvPr/>
        </p:nvSpPr>
        <p:spPr>
          <a:xfrm rot="-3657034" flipH="1">
            <a:off x="-1336268" y="-858934"/>
            <a:ext cx="2746020" cy="192169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6" name="Google Shape;256;p13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257" name="Google Shape;257;p13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258" name="Google Shape;258;p13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9" name="Google Shape;259;p13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260" name="Google Shape;260;p13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" name="Google Shape;261;p13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" name="Google Shape;262;p13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63" name="Google Shape;263;p13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264" name="Google Shape;264;p13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5" name="Google Shape;265;p13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266" name="Google Shape;266;p13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267" name="Google Shape;267;p13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8" name="Google Shape;268;p13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69" name="Google Shape;269;p13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270" name="Google Shape;270;p13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" name="Google Shape;271;p13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72" name="Google Shape;272;p13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273" name="Google Shape;273;p13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4" name="Google Shape;274;p13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275" name="Google Shape;275;p13"/>
          <p:cNvSpPr/>
          <p:nvPr/>
        </p:nvSpPr>
        <p:spPr>
          <a:xfrm>
            <a:off x="62832" y="4828541"/>
            <a:ext cx="734045" cy="45268"/>
          </a:xfrm>
          <a:custGeom>
            <a:avLst/>
            <a:gdLst/>
            <a:ahLst/>
            <a:cxnLst/>
            <a:rect l="l" t="t" r="r" b="b"/>
            <a:pathLst>
              <a:path w="824770" h="50863" extrusionOk="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6" name="Google Shape;276;p13"/>
          <p:cNvGrpSpPr/>
          <p:nvPr/>
        </p:nvGrpSpPr>
        <p:grpSpPr>
          <a:xfrm>
            <a:off x="103395" y="3891186"/>
            <a:ext cx="668783" cy="959747"/>
            <a:chOff x="10519314" y="4728596"/>
            <a:chExt cx="751780" cy="1078731"/>
          </a:xfrm>
        </p:grpSpPr>
        <p:grpSp>
          <p:nvGrpSpPr>
            <p:cNvPr id="277" name="Google Shape;277;p13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278" name="Google Shape;278;p13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279" name="Google Shape;279;p13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444" h="909637" extrusionOk="0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0" name="Google Shape;280;p13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8" h="42088" extrusionOk="0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" name="Google Shape;281;p13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7" h="42087" extrusionOk="0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82" name="Google Shape;282;p13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283" name="Google Shape;283;p13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4" name="Google Shape;284;p13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5" name="Google Shape;285;p13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6" name="Google Shape;286;p13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87" name="Google Shape;287;p13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288" name="Google Shape;288;p13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17" h="1069848" extrusionOk="0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" name="Google Shape;289;p13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29" h="87630" extrusionOk="0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0" name="Google Shape;290;p13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291" name="Google Shape;291;p13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2" name="Google Shape;292;p13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93" name="Google Shape;293;p13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294" name="Google Shape;294;p13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5" name="Google Shape;295;p13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96" name="Google Shape;296;p13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297" name="Google Shape;297;p13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" h="992123" extrusionOk="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" name="Google Shape;298;p13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3" h="123062" extrusionOk="0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9" name="Google Shape;299;p13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300" name="Google Shape;300;p13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" name="Google Shape;301;p13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2" name="Google Shape;302;p13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303" name="Google Shape;303;p13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" name="Google Shape;304;p13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305" name="Google Shape;305;p13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306" name="Google Shape;306;p13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avLst/>
                <a:gdLst/>
                <a:ahLst/>
                <a:cxnLst/>
                <a:rect l="l" t="t" r="r" b="b"/>
                <a:pathLst>
                  <a:path w="84010" h="715136" extrusionOk="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13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avLst/>
                <a:gdLst/>
                <a:ahLst/>
                <a:cxnLst/>
                <a:rect l="l" t="t" r="r" b="b"/>
                <a:pathLst>
                  <a:path w="26003" h="411289" extrusionOk="0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8" name="Google Shape;308;p13"/>
          <p:cNvGrpSpPr/>
          <p:nvPr/>
        </p:nvGrpSpPr>
        <p:grpSpPr>
          <a:xfrm>
            <a:off x="150676" y="2823493"/>
            <a:ext cx="516117" cy="779220"/>
            <a:chOff x="10572463" y="3528536"/>
            <a:chExt cx="580168" cy="875823"/>
          </a:xfrm>
        </p:grpSpPr>
        <p:grpSp>
          <p:nvGrpSpPr>
            <p:cNvPr id="309" name="Google Shape;309;p13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310" name="Google Shape;310;p13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11" name="Google Shape;311;p13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312" name="Google Shape;312;p13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" name="Google Shape;313;p13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" name="Google Shape;314;p13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" name="Google Shape;315;p13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" name="Google Shape;316;p13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" name="Google Shape;317;p13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8" name="Google Shape;318;p13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319" name="Google Shape;319;p13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" name="Google Shape;320;p13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" name="Google Shape;321;p13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" name="Google Shape;322;p13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23" name="Google Shape;323;p13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4" name="Google Shape;324;p13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325" name="Google Shape;325;p13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26" name="Google Shape;326;p13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327" name="Google Shape;327;p13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" name="Google Shape;328;p13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" name="Google Shape;329;p13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" name="Google Shape;330;p13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1" name="Google Shape;331;p13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" name="Google Shape;332;p13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33" name="Google Shape;333;p13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334" name="Google Shape;334;p13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" name="Google Shape;335;p13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6" name="Google Shape;336;p13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" name="Google Shape;337;p13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38" name="Google Shape;338;p13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9" name="Google Shape;339;p13"/>
          <p:cNvGrpSpPr/>
          <p:nvPr/>
        </p:nvGrpSpPr>
        <p:grpSpPr>
          <a:xfrm>
            <a:off x="361835" y="3601018"/>
            <a:ext cx="22030" cy="294484"/>
            <a:chOff x="10809827" y="4402455"/>
            <a:chExt cx="24764" cy="330993"/>
          </a:xfrm>
        </p:grpSpPr>
        <p:sp>
          <p:nvSpPr>
            <p:cNvPr id="340" name="Google Shape;340;p13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3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3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"/>
          <p:cNvSpPr txBox="1">
            <a:spLocks noGrp="1"/>
          </p:cNvSpPr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14"/>
          <p:cNvSpPr txBox="1">
            <a:spLocks noGrp="1"/>
          </p:cNvSpPr>
          <p:nvPr>
            <p:ph type="subTitle" idx="1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46" name="Google Shape;346;p14"/>
          <p:cNvSpPr>
            <a:spLocks noGrp="1"/>
          </p:cNvSpPr>
          <p:nvPr>
            <p:ph type="pic" idx="2"/>
          </p:nvPr>
        </p:nvSpPr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7" name="Google Shape;347;p14"/>
          <p:cNvSpPr/>
          <p:nvPr/>
        </p:nvSpPr>
        <p:spPr>
          <a:xfrm rot="-2381697">
            <a:off x="-1265120" y="-661594"/>
            <a:ext cx="3096202" cy="2008988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4"/>
          <p:cNvSpPr/>
          <p:nvPr/>
        </p:nvSpPr>
        <p:spPr>
          <a:xfrm rot="-7296874">
            <a:off x="-735040" y="4231574"/>
            <a:ext cx="2036053" cy="150886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9" name="Google Shape;349;p1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350" name="Google Shape;350;p1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351" name="Google Shape;351;p1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1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1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4" name="Google Shape;354;p14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_1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5"/>
          <p:cNvSpPr txBox="1">
            <a:spLocks noGrp="1"/>
          </p:cNvSpPr>
          <p:nvPr>
            <p:ph type="title"/>
          </p:nvPr>
        </p:nvSpPr>
        <p:spPr>
          <a:xfrm>
            <a:off x="2013850" y="841075"/>
            <a:ext cx="5116200" cy="13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15"/>
          <p:cNvSpPr txBox="1">
            <a:spLocks noGrp="1"/>
          </p:cNvSpPr>
          <p:nvPr>
            <p:ph type="subTitle" idx="1"/>
          </p:nvPr>
        </p:nvSpPr>
        <p:spPr>
          <a:xfrm>
            <a:off x="2013850" y="2231525"/>
            <a:ext cx="51162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58" name="Google Shape;358;p15"/>
          <p:cNvSpPr/>
          <p:nvPr/>
        </p:nvSpPr>
        <p:spPr>
          <a:xfrm rot="9076707" flipH="1">
            <a:off x="7972821" y="-586852"/>
            <a:ext cx="1683799" cy="167281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9" name="Google Shape;359;p15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360" name="Google Shape;360;p15"/>
            <p:cNvSpPr/>
            <p:nvPr/>
          </p:nvSpPr>
          <p:spPr>
            <a:xfrm>
              <a:off x="7385113" y="1535430"/>
              <a:ext cx="435673" cy="541115"/>
            </a:xfrm>
            <a:custGeom>
              <a:avLst/>
              <a:gdLst/>
              <a:ahLst/>
              <a:cxnLst/>
              <a:rect l="l" t="t" r="r" b="b"/>
              <a:pathLst>
                <a:path w="435673" h="541115" extrusionOk="0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1" name="Google Shape;361;p15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362" name="Google Shape;362;p15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5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15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9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65" name="Google Shape;365;p15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366" name="Google Shape;366;p15"/>
            <p:cNvSpPr/>
            <p:nvPr/>
          </p:nvSpPr>
          <p:spPr>
            <a:xfrm>
              <a:off x="7420451" y="1852041"/>
              <a:ext cx="357473" cy="163258"/>
            </a:xfrm>
            <a:custGeom>
              <a:avLst/>
              <a:gdLst/>
              <a:ahLst/>
              <a:cxnLst/>
              <a:rect l="l" t="t" r="r" b="b"/>
              <a:pathLst>
                <a:path w="357473" h="163258" extrusionOk="0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7425594" y="1639728"/>
              <a:ext cx="353948" cy="180117"/>
            </a:xfrm>
            <a:custGeom>
              <a:avLst/>
              <a:gdLst/>
              <a:ahLst/>
              <a:cxnLst/>
              <a:rect l="l" t="t" r="r" b="b"/>
              <a:pathLst>
                <a:path w="353948" h="180117" extrusionOk="0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8" name="Google Shape;368;p15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369" name="Google Shape;369;p15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370" name="Google Shape;370;p15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avLst/>
                <a:gdLst/>
                <a:ahLst/>
                <a:cxnLst/>
                <a:rect l="l" t="t" r="r" b="b"/>
                <a:pathLst>
                  <a:path w="470725" h="852963" extrusionOk="0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5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avLst/>
                <a:gdLst/>
                <a:ahLst/>
                <a:cxnLst/>
                <a:rect l="l" t="t" r="r" b="b"/>
                <a:pathLst>
                  <a:path w="429577" h="699420" extrusionOk="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2" name="Google Shape;372;p15"/>
            <p:cNvSpPr/>
            <p:nvPr/>
          </p:nvSpPr>
          <p:spPr>
            <a:xfrm>
              <a:off x="1986438" y="6371462"/>
              <a:ext cx="388334" cy="32194"/>
            </a:xfrm>
            <a:custGeom>
              <a:avLst/>
              <a:gdLst/>
              <a:ahLst/>
              <a:cxnLst/>
              <a:rect l="l" t="t" r="r" b="b"/>
              <a:pathLst>
                <a:path w="388334" h="32194" extrusionOk="0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3" name="Google Shape;373;p15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374" name="Google Shape;374;p15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5" name="Google Shape;375;p15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376" name="Google Shape;376;p15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377" name="Google Shape;377;p15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378" name="Google Shape;378;p15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9" name="Google Shape;379;p15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0" name="Google Shape;380;p15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381" name="Google Shape;381;p15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2" name="Google Shape;382;p15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3" name="Google Shape;383;p15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384" name="Google Shape;384;p15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5" name="Google Shape;385;p15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86" name="Google Shape;386;p15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15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15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9" name="Google Shape;389;p15"/>
          <p:cNvGrpSpPr/>
          <p:nvPr/>
        </p:nvGrpSpPr>
        <p:grpSpPr>
          <a:xfrm rot="5400000" flipH="1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390" name="Google Shape;390;p15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3" name="Google Shape;393;p15"/>
          <p:cNvSpPr/>
          <p:nvPr/>
        </p:nvSpPr>
        <p:spPr>
          <a:xfrm rot="-532595">
            <a:off x="7984139" y="4422751"/>
            <a:ext cx="1661199" cy="134324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5"/>
          <p:cNvSpPr/>
          <p:nvPr/>
        </p:nvSpPr>
        <p:spPr>
          <a:xfrm rot="-5145822" flipH="1">
            <a:off x="-1235221" y="72085"/>
            <a:ext cx="2404292" cy="131859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01" name="Google Shape;501;p17"/>
          <p:cNvSpPr txBox="1">
            <a:spLocks noGrp="1"/>
          </p:cNvSpPr>
          <p:nvPr>
            <p:ph type="subTitle" idx="1"/>
          </p:nvPr>
        </p:nvSpPr>
        <p:spPr>
          <a:xfrm>
            <a:off x="1253225" y="2053700"/>
            <a:ext cx="2811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2" name="Google Shape;502;p17"/>
          <p:cNvSpPr txBox="1">
            <a:spLocks noGrp="1"/>
          </p:cNvSpPr>
          <p:nvPr>
            <p:ph type="subTitle" idx="2"/>
          </p:nvPr>
        </p:nvSpPr>
        <p:spPr>
          <a:xfrm>
            <a:off x="5079776" y="2053700"/>
            <a:ext cx="2811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3" name="Google Shape;503;p17"/>
          <p:cNvSpPr txBox="1">
            <a:spLocks noGrp="1"/>
          </p:cNvSpPr>
          <p:nvPr>
            <p:ph type="subTitle" idx="3"/>
          </p:nvPr>
        </p:nvSpPr>
        <p:spPr>
          <a:xfrm>
            <a:off x="1253225" y="3565300"/>
            <a:ext cx="2811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4" name="Google Shape;504;p17"/>
          <p:cNvSpPr txBox="1">
            <a:spLocks noGrp="1"/>
          </p:cNvSpPr>
          <p:nvPr>
            <p:ph type="subTitle" idx="4"/>
          </p:nvPr>
        </p:nvSpPr>
        <p:spPr>
          <a:xfrm>
            <a:off x="5079776" y="3565300"/>
            <a:ext cx="2811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5" name="Google Shape;505;p17"/>
          <p:cNvSpPr txBox="1">
            <a:spLocks noGrp="1"/>
          </p:cNvSpPr>
          <p:nvPr>
            <p:ph type="subTitle" idx="5"/>
          </p:nvPr>
        </p:nvSpPr>
        <p:spPr>
          <a:xfrm>
            <a:off x="1253225" y="1363500"/>
            <a:ext cx="2811000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6" name="Google Shape;506;p17"/>
          <p:cNvSpPr txBox="1">
            <a:spLocks noGrp="1"/>
          </p:cNvSpPr>
          <p:nvPr>
            <p:ph type="subTitle" idx="6"/>
          </p:nvPr>
        </p:nvSpPr>
        <p:spPr>
          <a:xfrm>
            <a:off x="1253225" y="2875125"/>
            <a:ext cx="2811000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7" name="Google Shape;507;p17"/>
          <p:cNvSpPr txBox="1">
            <a:spLocks noGrp="1"/>
          </p:cNvSpPr>
          <p:nvPr>
            <p:ph type="subTitle" idx="7"/>
          </p:nvPr>
        </p:nvSpPr>
        <p:spPr>
          <a:xfrm>
            <a:off x="5079750" y="1363500"/>
            <a:ext cx="2811000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8" name="Google Shape;508;p17"/>
          <p:cNvSpPr txBox="1">
            <a:spLocks noGrp="1"/>
          </p:cNvSpPr>
          <p:nvPr>
            <p:ph type="subTitle" idx="8"/>
          </p:nvPr>
        </p:nvSpPr>
        <p:spPr>
          <a:xfrm>
            <a:off x="5079750" y="2875125"/>
            <a:ext cx="2811000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9" name="Google Shape;509;p17"/>
          <p:cNvSpPr/>
          <p:nvPr/>
        </p:nvSpPr>
        <p:spPr>
          <a:xfrm rot="8819869" flipH="1">
            <a:off x="7035528" y="3933627"/>
            <a:ext cx="3158468" cy="250964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17"/>
          <p:cNvSpPr/>
          <p:nvPr/>
        </p:nvSpPr>
        <p:spPr>
          <a:xfrm rot="-3657034" flipH="1">
            <a:off x="-1336268" y="-858934"/>
            <a:ext cx="2746020" cy="192169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1" name="Google Shape;511;p17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512" name="Google Shape;512;p17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513" name="Google Shape;513;p17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p17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" name="Google Shape;515;p17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16" name="Google Shape;516;p17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7" name="Google Shape;517;p17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518" name="Google Shape;518;p17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519" name="Google Shape;519;p17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20" name="Google Shape;520;p17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521" name="Google Shape;521;p17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2" name="Google Shape;522;p17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3" name="Google Shape;523;p17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24" name="Google Shape;524;p17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525" name="Google Shape;525;p17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26" name="Google Shape;526;p17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527" name="Google Shape;527;p17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528" name="Google Shape;528;p17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9" name="Google Shape;529;p17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30" name="Google Shape;530;p17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531" name="Google Shape;531;p17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2" name="Google Shape;532;p17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33" name="Google Shape;533;p17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534" name="Google Shape;534;p17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5" name="Google Shape;535;p17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3"/>
          <p:cNvSpPr/>
          <p:nvPr/>
        </p:nvSpPr>
        <p:spPr>
          <a:xfrm rot="-1900174" flipH="1">
            <a:off x="-500059" y="-436065"/>
            <a:ext cx="1729608" cy="139855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3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23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23"/>
          <p:cNvSpPr/>
          <p:nvPr/>
        </p:nvSpPr>
        <p:spPr>
          <a:xfrm rot="531593" flipH="1">
            <a:off x="-1222788" y="3829381"/>
            <a:ext cx="2902962" cy="234732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2" name="Google Shape;692;p23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693" name="Google Shape;693;p23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694" name="Google Shape;694;p23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3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96" name="Google Shape;696;p23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697" name="Google Shape;697;p23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8" name="Google Shape;698;p23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9" name="Google Shape;699;p23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" name="Google Shape;700;p23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01" name="Google Shape;701;p23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702" name="Google Shape;702;p23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703" name="Google Shape;703;p23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4" name="Google Shape;704;p23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05" name="Google Shape;705;p23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706" name="Google Shape;706;p23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7" name="Google Shape;707;p23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8" name="Google Shape;708;p23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9" name="Google Shape;709;p23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710" name="Google Shape;710;p23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1" name="Google Shape;711;p23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712" name="Google Shape;712;p23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713" name="Google Shape;713;p23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4" name="Google Shape;714;p23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15" name="Google Shape;715;p23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4"/>
          <p:cNvSpPr/>
          <p:nvPr/>
        </p:nvSpPr>
        <p:spPr>
          <a:xfrm rot="8819869" flipH="1">
            <a:off x="7035528" y="3933627"/>
            <a:ext cx="3158468" cy="250964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24"/>
          <p:cNvSpPr/>
          <p:nvPr/>
        </p:nvSpPr>
        <p:spPr>
          <a:xfrm rot="-3657034" flipH="1">
            <a:off x="-1336268" y="-858934"/>
            <a:ext cx="2746020" cy="192169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9" name="Google Shape;719;p2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720" name="Google Shape;720;p2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721" name="Google Shape;721;p2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4" name="Google Shape;724;p24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5" name="Google Shape;725;p24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726" name="Google Shape;726;p24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727" name="Google Shape;727;p24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28" name="Google Shape;728;p24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729" name="Google Shape;729;p24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0" name="Google Shape;730;p24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1" name="Google Shape;731;p24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32" name="Google Shape;732;p24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733" name="Google Shape;733;p24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34" name="Google Shape;734;p24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735" name="Google Shape;735;p24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736" name="Google Shape;736;p24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7" name="Google Shape;737;p24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38" name="Google Shape;738;p24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739" name="Google Shape;739;p24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0" name="Google Shape;740;p24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41" name="Google Shape;741;p24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742" name="Google Shape;742;p24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3" name="Google Shape;743;p24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60" r:id="rId10"/>
    <p:sldLayoutId id="2147483661" r:id="rId11"/>
    <p:sldLayoutId id="2147483663" r:id="rId12"/>
    <p:sldLayoutId id="2147483669" r:id="rId13"/>
    <p:sldLayoutId id="2147483670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28"/>
          <p:cNvSpPr/>
          <p:nvPr/>
        </p:nvSpPr>
        <p:spPr>
          <a:xfrm rot="1053742">
            <a:off x="5442147" y="935670"/>
            <a:ext cx="3702964" cy="3986303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28"/>
          <p:cNvSpPr txBox="1">
            <a:spLocks noGrp="1"/>
          </p:cNvSpPr>
          <p:nvPr>
            <p:ph type="ctrTitle"/>
          </p:nvPr>
        </p:nvSpPr>
        <p:spPr>
          <a:xfrm>
            <a:off x="349908" y="613226"/>
            <a:ext cx="6809408" cy="106932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Microcontroladores</a:t>
            </a:r>
            <a:endParaRPr dirty="0"/>
          </a:p>
        </p:txBody>
      </p:sp>
      <p:sp>
        <p:nvSpPr>
          <p:cNvPr id="756" name="Google Shape;756;p28"/>
          <p:cNvSpPr txBox="1">
            <a:spLocks noGrp="1"/>
          </p:cNvSpPr>
          <p:nvPr>
            <p:ph type="subTitle" idx="1"/>
          </p:nvPr>
        </p:nvSpPr>
        <p:spPr>
          <a:xfrm>
            <a:off x="713225" y="3523200"/>
            <a:ext cx="4112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Aluno: Fabricio Batista Aguiar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Professor: Lennon Brandão</a:t>
            </a:r>
            <a:endParaRPr dirty="0"/>
          </a:p>
        </p:txBody>
      </p:sp>
      <p:pic>
        <p:nvPicPr>
          <p:cNvPr id="1026" name="Picture 2" descr="IoT DevKit - LoRaWAN">
            <a:extLst>
              <a:ext uri="{FF2B5EF4-FFF2-40B4-BE49-F238E27FC236}">
                <a16:creationId xmlns:a16="http://schemas.microsoft.com/office/drawing/2014/main" id="{99BC46CD-1110-6EE4-2EF2-244B24416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0807" y="1481666"/>
            <a:ext cx="2887134" cy="2887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Problemática</a:t>
            </a:r>
            <a:endParaRPr dirty="0"/>
          </a:p>
        </p:txBody>
      </p:sp>
      <p:sp>
        <p:nvSpPr>
          <p:cNvPr id="942" name="Google Shape;942;p29"/>
          <p:cNvSpPr txBox="1"/>
          <p:nvPr/>
        </p:nvSpPr>
        <p:spPr>
          <a:xfrm>
            <a:off x="720000" y="1063724"/>
            <a:ext cx="7704000" cy="15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/>
            <a:r>
              <a:rPr lang="pt-BR" sz="12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   Uma empresa de gestão de infraestrutura predial procurou sua equipe para desenvolver um sistema de iluminação inteligente para aplicação em ambientes de baixo fluxo, como: corredores internos, áreas técnicas, depósitos, áreas externas de circulação eventual. Atualmente, esses ambientes utilizam iluminação convencional, que permanece ligada continuamente, gerando desperdício de energia elétrica e reduzindo a vida útil dos equipamentos. O cliente deseja modernizar esse sistema por meio de uma solução baseada em microcontrolador, que seja capaz de </a:t>
            </a:r>
            <a:r>
              <a:rPr lang="pt-BR" sz="1200" b="1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operar de forma autônoma</a:t>
            </a:r>
            <a:r>
              <a:rPr lang="pt-BR" sz="12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, considerando </a:t>
            </a:r>
            <a:r>
              <a:rPr lang="pt-BR" sz="1200" b="1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as condições do ambiente </a:t>
            </a:r>
            <a:r>
              <a:rPr lang="pt-BR" sz="12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e a </a:t>
            </a:r>
            <a:r>
              <a:rPr lang="pt-BR" sz="1200" b="1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interação do usuário</a:t>
            </a:r>
            <a:r>
              <a:rPr lang="pt-BR" sz="12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  <p:sp>
        <p:nvSpPr>
          <p:cNvPr id="2" name="Google Shape;101;p2">
            <a:extLst>
              <a:ext uri="{FF2B5EF4-FFF2-40B4-BE49-F238E27FC236}">
                <a16:creationId xmlns:a16="http://schemas.microsoft.com/office/drawing/2014/main" id="{523FAED6-CCB7-A98F-F532-70B02027E05A}"/>
              </a:ext>
            </a:extLst>
          </p:cNvPr>
          <p:cNvSpPr txBox="1"/>
          <p:nvPr/>
        </p:nvSpPr>
        <p:spPr>
          <a:xfrm>
            <a:off x="720000" y="2495891"/>
            <a:ext cx="5005886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Durante a reunião inicial, o cliente levantou os seguintes pontos: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pt-BR" sz="12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A iluminação </a:t>
            </a:r>
            <a:r>
              <a:rPr lang="pt-BR" sz="1200" b="1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deve reagir </a:t>
            </a:r>
            <a:r>
              <a:rPr lang="pt-BR" sz="12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às condições do ambiente (</a:t>
            </a:r>
            <a:r>
              <a:rPr lang="pt-BR" sz="1200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ex</a:t>
            </a:r>
            <a:r>
              <a:rPr lang="pt-BR" sz="12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: presença de luz ou ausência dela)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pt-BR" sz="12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O sistema </a:t>
            </a:r>
            <a:r>
              <a:rPr lang="pt-BR" sz="1200" b="1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deve permitir </a:t>
            </a:r>
            <a:r>
              <a:rPr lang="pt-BR" sz="12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algum tipo de interação manual, pois nem sempre o comportamento automático atende todas as situações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pt-BR" sz="12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O funcionamento deve ser confiável, evitando comportamentos inesperados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pt-BR" sz="12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O sistema deve ser simples, de baixo custo e fácil de implementar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pt-BR" sz="12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Deve ser possível adaptar o sistema para diferentes ambientes no futuro</a:t>
            </a:r>
            <a:endParaRPr sz="1200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Requisitos do Projeto</a:t>
            </a:r>
            <a:endParaRPr dirty="0"/>
          </a:p>
        </p:txBody>
      </p:sp>
      <p:sp>
        <p:nvSpPr>
          <p:cNvPr id="26" name="Google Shape;942;p29">
            <a:extLst>
              <a:ext uri="{FF2B5EF4-FFF2-40B4-BE49-F238E27FC236}">
                <a16:creationId xmlns:a16="http://schemas.microsoft.com/office/drawing/2014/main" id="{63EB3D04-5CE7-9F86-3102-B1F2ED116394}"/>
              </a:ext>
            </a:extLst>
          </p:cNvPr>
          <p:cNvSpPr txBox="1"/>
          <p:nvPr/>
        </p:nvSpPr>
        <p:spPr>
          <a:xfrm>
            <a:off x="720000" y="1063724"/>
            <a:ext cx="7704000" cy="2424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just">
              <a:defRPr sz="1200">
                <a:solidFill>
                  <a:schemeClr val="tx1"/>
                </a:solidFill>
                <a:latin typeface="Lato"/>
                <a:ea typeface="Lato"/>
                <a:cs typeface="Lato"/>
              </a:defRPr>
            </a:lvl1pPr>
          </a:lstStyle>
          <a:p>
            <a:r>
              <a:rPr lang="pt-BR" dirty="0">
                <a:sym typeface="Lato"/>
              </a:rPr>
              <a:t>    </a:t>
            </a:r>
            <a:r>
              <a:rPr lang="pt-BR" dirty="0"/>
              <a:t>O projeto consiste no desenvolvimento de um sistema de iluminação inteligente utilizando um microcontrolador ESP32, com o objetivo de automatizar o acionamento de uma lâmpada com base nas condições de luminosidade do ambiente e na interação do usuário. O sistema deve: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pt-BR" dirty="0"/>
              <a:t>Operar em dois modos principais: automático e manual.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pt-BR" dirty="0"/>
              <a:t>No modo automático, a iluminação deve ser controlada a partir da leitura de um sensor de luminosidade (LDR), acionando a luz em ambientes escuros e desligando em ambientes iluminados.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pt-BR" dirty="0"/>
              <a:t>No modo manual por meio de um botão, o sistema deve ser capaz de distinguir entre clique simples e duplo clique. Um clique simples deve alternar o estado da iluminação, desativando o modo automático, enquanto um duplo clique deve reativar o modo automático.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pt-BR" dirty="0"/>
              <a:t>Implementação de um mecanismo de retorno automático ao modo automático após um período de inatividade do usuário.</a:t>
            </a:r>
            <a:endParaRPr lang="pt-BR" dirty="0"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31"/>
          <p:cNvSpPr txBox="1">
            <a:spLocks noGrp="1"/>
          </p:cNvSpPr>
          <p:nvPr>
            <p:ph type="title"/>
          </p:nvPr>
        </p:nvSpPr>
        <p:spPr>
          <a:xfrm>
            <a:off x="1333882" y="192219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Arquitetura de Hardware</a:t>
            </a:r>
            <a:endParaRPr dirty="0"/>
          </a:p>
        </p:txBody>
      </p:sp>
      <p:sp>
        <p:nvSpPr>
          <p:cNvPr id="968" name="Google Shape;968;p31"/>
          <p:cNvSpPr txBox="1">
            <a:spLocks noGrp="1"/>
          </p:cNvSpPr>
          <p:nvPr>
            <p:ph type="subTitle" idx="1"/>
          </p:nvPr>
        </p:nvSpPr>
        <p:spPr>
          <a:xfrm>
            <a:off x="243192" y="1589964"/>
            <a:ext cx="2140085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   Para esse projeto, far-se-á necessário o uso dos seguintes componentes:</a:t>
            </a:r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" dirty="0"/>
              <a:t>ESP32</a:t>
            </a:r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" dirty="0"/>
              <a:t>Sensor de Luminosidade – LDR (Light Dependent Resistor)</a:t>
            </a:r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" dirty="0"/>
              <a:t>Botão de pressionar</a:t>
            </a:r>
            <a:endParaRPr dirty="0"/>
          </a:p>
        </p:txBody>
      </p:sp>
      <p:sp>
        <p:nvSpPr>
          <p:cNvPr id="22" name="AutoShape 12" descr="Kit 10 X Micro Switch Botão Táctil 2 Pinos ZX Preto Arduino Projeto  Eletrônica">
            <a:extLst>
              <a:ext uri="{FF2B5EF4-FFF2-40B4-BE49-F238E27FC236}">
                <a16:creationId xmlns:a16="http://schemas.microsoft.com/office/drawing/2014/main" id="{9DECCFEA-153F-2F92-1104-3AC45C8513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90369" y="223294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8AF28E43-6C2C-987E-FF59-0277513B1336}"/>
              </a:ext>
            </a:extLst>
          </p:cNvPr>
          <p:cNvGrpSpPr/>
          <p:nvPr/>
        </p:nvGrpSpPr>
        <p:grpSpPr>
          <a:xfrm>
            <a:off x="2310319" y="1276840"/>
            <a:ext cx="5346138" cy="3046760"/>
            <a:chOff x="2827790" y="1199019"/>
            <a:chExt cx="5346138" cy="3046760"/>
          </a:xfrm>
        </p:grpSpPr>
        <p:pic>
          <p:nvPicPr>
            <p:cNvPr id="2052" name="Picture 4" descr="IoT DevKit - LoRaWAN - LoRaWAN - RoboCore">
              <a:extLst>
                <a:ext uri="{FF2B5EF4-FFF2-40B4-BE49-F238E27FC236}">
                  <a16:creationId xmlns:a16="http://schemas.microsoft.com/office/drawing/2014/main" id="{9249C786-1862-5185-B6D4-F7F638CD36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27790" y="1199019"/>
              <a:ext cx="3691846" cy="3046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LDR Sensor de Luminosidade Resistivo com Arduino - elcereza">
              <a:extLst>
                <a:ext uri="{FF2B5EF4-FFF2-40B4-BE49-F238E27FC236}">
                  <a16:creationId xmlns:a16="http://schemas.microsoft.com/office/drawing/2014/main" id="{CB64E70F-056F-8E2E-B1E5-B120BA6FE1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29542" y="3121508"/>
              <a:ext cx="1644386" cy="11158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7947751-E7DF-F029-F104-9FFEA7941D4C}"/>
                </a:ext>
              </a:extLst>
            </p:cNvPr>
            <p:cNvSpPr/>
            <p:nvPr/>
          </p:nvSpPr>
          <p:spPr>
            <a:xfrm>
              <a:off x="5199309" y="3233238"/>
              <a:ext cx="409206" cy="328375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8" name="Conector: Curvo 17">
              <a:extLst>
                <a:ext uri="{FF2B5EF4-FFF2-40B4-BE49-F238E27FC236}">
                  <a16:creationId xmlns:a16="http://schemas.microsoft.com/office/drawing/2014/main" id="{8C90832D-CE42-DBBE-68F3-92C548469F67}"/>
                </a:ext>
              </a:extLst>
            </p:cNvPr>
            <p:cNvCxnSpPr>
              <a:cxnSpLocks/>
              <a:stCxn id="4" idx="4"/>
              <a:endCxn id="2054" idx="1"/>
            </p:cNvCxnSpPr>
            <p:nvPr/>
          </p:nvCxnSpPr>
          <p:spPr>
            <a:xfrm rot="16200000" flipH="1">
              <a:off x="5907821" y="3057704"/>
              <a:ext cx="117812" cy="1125630"/>
            </a:xfrm>
            <a:prstGeom prst="curvedConnector2">
              <a:avLst/>
            </a:prstGeom>
            <a:ln w="381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Imagem 23">
              <a:extLst>
                <a:ext uri="{FF2B5EF4-FFF2-40B4-BE49-F238E27FC236}">
                  <a16:creationId xmlns:a16="http://schemas.microsoft.com/office/drawing/2014/main" id="{B347A6B9-D1B8-65E1-46CB-A234575AAB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6799291" y="1363011"/>
              <a:ext cx="810284" cy="810284"/>
            </a:xfrm>
            <a:prstGeom prst="rect">
              <a:avLst/>
            </a:prstGeom>
          </p:spPr>
        </p:pic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C50EC8CA-232D-3092-8536-CA83D8BBC779}"/>
                </a:ext>
              </a:extLst>
            </p:cNvPr>
            <p:cNvSpPr/>
            <p:nvPr/>
          </p:nvSpPr>
          <p:spPr>
            <a:xfrm>
              <a:off x="5543095" y="1768153"/>
              <a:ext cx="409206" cy="328375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6" name="Conector: Curvo 25">
              <a:extLst>
                <a:ext uri="{FF2B5EF4-FFF2-40B4-BE49-F238E27FC236}">
                  <a16:creationId xmlns:a16="http://schemas.microsoft.com/office/drawing/2014/main" id="{2157C108-BF27-E8E9-FCB6-0535B73D3096}"/>
                </a:ext>
              </a:extLst>
            </p:cNvPr>
            <p:cNvCxnSpPr>
              <a:cxnSpLocks/>
              <a:stCxn id="25" idx="6"/>
              <a:endCxn id="24" idx="3"/>
            </p:cNvCxnSpPr>
            <p:nvPr/>
          </p:nvCxnSpPr>
          <p:spPr>
            <a:xfrm flipV="1">
              <a:off x="5952301" y="1768153"/>
              <a:ext cx="846990" cy="164188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1" name="Imagem 40">
            <a:extLst>
              <a:ext uri="{FF2B5EF4-FFF2-40B4-BE49-F238E27FC236}">
                <a16:creationId xmlns:a16="http://schemas.microsoft.com/office/drawing/2014/main" id="{CD77B0D7-B98B-5F5C-97E9-6278777C46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6853" y="1015663"/>
            <a:ext cx="844878" cy="1660622"/>
          </a:xfrm>
          <a:prstGeom prst="rect">
            <a:avLst/>
          </a:prstGeom>
        </p:spPr>
      </p:pic>
      <p:pic>
        <p:nvPicPr>
          <p:cNvPr id="44" name="Imagem 43">
            <a:extLst>
              <a:ext uri="{FF2B5EF4-FFF2-40B4-BE49-F238E27FC236}">
                <a16:creationId xmlns:a16="http://schemas.microsoft.com/office/drawing/2014/main" id="{88E36637-ED7F-D6B4-2858-F460ADCF8F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6230" y="2903643"/>
            <a:ext cx="844879" cy="1707204"/>
          </a:xfrm>
          <a:prstGeom prst="rect">
            <a:avLst/>
          </a:prstGeom>
        </p:spPr>
      </p:pic>
      <p:cxnSp>
        <p:nvCxnSpPr>
          <p:cNvPr id="48" name="Conector de Seta Reta 47">
            <a:extLst>
              <a:ext uri="{FF2B5EF4-FFF2-40B4-BE49-F238E27FC236}">
                <a16:creationId xmlns:a16="http://schemas.microsoft.com/office/drawing/2014/main" id="{1AFD5B19-AC0A-ED78-D85D-9BF989F92153}"/>
              </a:ext>
            </a:extLst>
          </p:cNvPr>
          <p:cNvCxnSpPr>
            <a:stCxn id="24" idx="1"/>
            <a:endCxn id="41" idx="1"/>
          </p:cNvCxnSpPr>
          <p:nvPr/>
        </p:nvCxnSpPr>
        <p:spPr>
          <a:xfrm>
            <a:off x="7092104" y="1845974"/>
            <a:ext cx="554749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de Seta Reta 49">
            <a:extLst>
              <a:ext uri="{FF2B5EF4-FFF2-40B4-BE49-F238E27FC236}">
                <a16:creationId xmlns:a16="http://schemas.microsoft.com/office/drawing/2014/main" id="{1F548185-9573-FBD4-18BA-AB2656EC85AF}"/>
              </a:ext>
            </a:extLst>
          </p:cNvPr>
          <p:cNvCxnSpPr>
            <a:stCxn id="2054" idx="3"/>
            <a:endCxn id="44" idx="1"/>
          </p:cNvCxnSpPr>
          <p:nvPr/>
        </p:nvCxnSpPr>
        <p:spPr>
          <a:xfrm flipV="1">
            <a:off x="7656457" y="3757245"/>
            <a:ext cx="369773" cy="1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49;p30">
            <a:extLst>
              <a:ext uri="{FF2B5EF4-FFF2-40B4-BE49-F238E27FC236}">
                <a16:creationId xmlns:a16="http://schemas.microsoft.com/office/drawing/2014/main" id="{5ADA3C0C-E4B3-8966-8AA2-0679E2263069}"/>
              </a:ext>
            </a:extLst>
          </p:cNvPr>
          <p:cNvSpPr txBox="1">
            <a:spLocks/>
          </p:cNvSpPr>
          <p:nvPr/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pt-BR" dirty="0"/>
              <a:t>Desenho da Montagem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7A745AB4-76EB-2E94-15C4-873AEE0B9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79" y="1111839"/>
            <a:ext cx="7790821" cy="29198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949;p30">
            <a:extLst>
              <a:ext uri="{FF2B5EF4-FFF2-40B4-BE49-F238E27FC236}">
                <a16:creationId xmlns:a16="http://schemas.microsoft.com/office/drawing/2014/main" id="{D2B3EEE6-787F-D300-F4EB-1A71DE87B911}"/>
              </a:ext>
            </a:extLst>
          </p:cNvPr>
          <p:cNvSpPr txBox="1">
            <a:spLocks/>
          </p:cNvSpPr>
          <p:nvPr/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pt-BR" sz="3000" dirty="0"/>
              <a:t>Máquina de Estados do Firmware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FF99D6A-D8C7-E571-28DE-B6F19D9BD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0387" y="1078533"/>
            <a:ext cx="3674441" cy="39550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Código Fonte</a:t>
            </a:r>
            <a:endParaRPr dirty="0"/>
          </a:p>
        </p:txBody>
      </p:sp>
      <p:grpSp>
        <p:nvGrpSpPr>
          <p:cNvPr id="1114" name="Google Shape;1114;p34"/>
          <p:cNvGrpSpPr/>
          <p:nvPr/>
        </p:nvGrpSpPr>
        <p:grpSpPr>
          <a:xfrm>
            <a:off x="7658533" y="701383"/>
            <a:ext cx="1187311" cy="624971"/>
            <a:chOff x="3859815" y="2867310"/>
            <a:chExt cx="1262157" cy="664368"/>
          </a:xfrm>
        </p:grpSpPr>
        <p:sp>
          <p:nvSpPr>
            <p:cNvPr id="1115" name="Google Shape;1115;p34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16" name="Google Shape;1116;p34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117" name="Google Shape;1117;p34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118" name="Google Shape;1118;p34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119" name="Google Shape;1119;p34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0" name="Google Shape;1120;p34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1" name="Google Shape;1121;p34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122" name="Google Shape;1122;p34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3" name="Google Shape;1123;p34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4" name="Google Shape;1124;p34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125" name="Google Shape;1125;p34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6" name="Google Shape;1126;p34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127" name="Google Shape;1127;p34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34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34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5" name="Imagem 4">
            <a:extLst>
              <a:ext uri="{FF2B5EF4-FFF2-40B4-BE49-F238E27FC236}">
                <a16:creationId xmlns:a16="http://schemas.microsoft.com/office/drawing/2014/main" id="{B7F9BC15-8C0B-20BB-0285-9A97FEE0C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404" y="1367673"/>
            <a:ext cx="4182551" cy="3491660"/>
          </a:xfrm>
          <a:prstGeom prst="rect">
            <a:avLst/>
          </a:prstGeom>
        </p:spPr>
      </p:pic>
      <p:sp>
        <p:nvSpPr>
          <p:cNvPr id="6" name="Google Shape;942;p29">
            <a:extLst>
              <a:ext uri="{FF2B5EF4-FFF2-40B4-BE49-F238E27FC236}">
                <a16:creationId xmlns:a16="http://schemas.microsoft.com/office/drawing/2014/main" id="{C8E436BA-C103-F486-41D6-3C6254C3AA66}"/>
              </a:ext>
            </a:extLst>
          </p:cNvPr>
          <p:cNvSpPr txBox="1"/>
          <p:nvPr/>
        </p:nvSpPr>
        <p:spPr>
          <a:xfrm>
            <a:off x="615497" y="1245354"/>
            <a:ext cx="2558777" cy="303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/>
            <a:r>
              <a:rPr lang="pt-BR" sz="12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Declarando variáveis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8">
          <a:extLst>
            <a:ext uri="{FF2B5EF4-FFF2-40B4-BE49-F238E27FC236}">
              <a16:creationId xmlns:a16="http://schemas.microsoft.com/office/drawing/2014/main" id="{E4CDFD01-E2F1-9479-8F05-5A2590EEE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34">
            <a:extLst>
              <a:ext uri="{FF2B5EF4-FFF2-40B4-BE49-F238E27FC236}">
                <a16:creationId xmlns:a16="http://schemas.microsoft.com/office/drawing/2014/main" id="{F4CFA681-6F71-EA49-EC44-81730D395C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Código Fonte</a:t>
            </a:r>
            <a:endParaRPr dirty="0"/>
          </a:p>
        </p:txBody>
      </p:sp>
      <p:grpSp>
        <p:nvGrpSpPr>
          <p:cNvPr id="1114" name="Google Shape;1114;p34">
            <a:extLst>
              <a:ext uri="{FF2B5EF4-FFF2-40B4-BE49-F238E27FC236}">
                <a16:creationId xmlns:a16="http://schemas.microsoft.com/office/drawing/2014/main" id="{579792C9-9D59-6577-32FD-8CF150DD6426}"/>
              </a:ext>
            </a:extLst>
          </p:cNvPr>
          <p:cNvGrpSpPr/>
          <p:nvPr/>
        </p:nvGrpSpPr>
        <p:grpSpPr>
          <a:xfrm>
            <a:off x="7658533" y="701383"/>
            <a:ext cx="1187311" cy="624971"/>
            <a:chOff x="3859815" y="2867310"/>
            <a:chExt cx="1262157" cy="664368"/>
          </a:xfrm>
        </p:grpSpPr>
        <p:sp>
          <p:nvSpPr>
            <p:cNvPr id="1115" name="Google Shape;1115;p34">
              <a:extLst>
                <a:ext uri="{FF2B5EF4-FFF2-40B4-BE49-F238E27FC236}">
                  <a16:creationId xmlns:a16="http://schemas.microsoft.com/office/drawing/2014/main" id="{93B75538-6F6B-3035-2C05-90FDB1F98971}"/>
                </a:ext>
              </a:extLst>
            </p:cNvPr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16" name="Google Shape;1116;p34">
              <a:extLst>
                <a:ext uri="{FF2B5EF4-FFF2-40B4-BE49-F238E27FC236}">
                  <a16:creationId xmlns:a16="http://schemas.microsoft.com/office/drawing/2014/main" id="{144AB1E3-6CAF-AD87-1848-1ABD73A6C3D1}"/>
                </a:ext>
              </a:extLst>
            </p:cNvPr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117" name="Google Shape;1117;p34">
                <a:extLst>
                  <a:ext uri="{FF2B5EF4-FFF2-40B4-BE49-F238E27FC236}">
                    <a16:creationId xmlns:a16="http://schemas.microsoft.com/office/drawing/2014/main" id="{B85C45C4-84E2-B4A3-FB10-7DC199C06EF4}"/>
                  </a:ext>
                </a:extLst>
              </p:cNvPr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118" name="Google Shape;1118;p34">
                  <a:extLst>
                    <a:ext uri="{FF2B5EF4-FFF2-40B4-BE49-F238E27FC236}">
                      <a16:creationId xmlns:a16="http://schemas.microsoft.com/office/drawing/2014/main" id="{6EE3640E-B941-8BD4-C0D5-3D6601087DAD}"/>
                    </a:ext>
                  </a:extLst>
                </p:cNvPr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119" name="Google Shape;1119;p34">
                    <a:extLst>
                      <a:ext uri="{FF2B5EF4-FFF2-40B4-BE49-F238E27FC236}">
                        <a16:creationId xmlns:a16="http://schemas.microsoft.com/office/drawing/2014/main" id="{6B3B06F0-307F-956C-D42B-7941BCE0B970}"/>
                      </a:ext>
                    </a:extLst>
                  </p:cNvPr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0" name="Google Shape;1120;p34">
                    <a:extLst>
                      <a:ext uri="{FF2B5EF4-FFF2-40B4-BE49-F238E27FC236}">
                        <a16:creationId xmlns:a16="http://schemas.microsoft.com/office/drawing/2014/main" id="{981563EF-1F4F-DD27-270D-8D6A6FB61CE0}"/>
                      </a:ext>
                    </a:extLst>
                  </p:cNvPr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1" name="Google Shape;1121;p34">
                  <a:extLst>
                    <a:ext uri="{FF2B5EF4-FFF2-40B4-BE49-F238E27FC236}">
                      <a16:creationId xmlns:a16="http://schemas.microsoft.com/office/drawing/2014/main" id="{2DE396D3-EA3C-E6ED-648A-D59C25C99176}"/>
                    </a:ext>
                  </a:extLst>
                </p:cNvPr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122" name="Google Shape;1122;p34">
                    <a:extLst>
                      <a:ext uri="{FF2B5EF4-FFF2-40B4-BE49-F238E27FC236}">
                        <a16:creationId xmlns:a16="http://schemas.microsoft.com/office/drawing/2014/main" id="{91DFFFB8-C574-AAC4-7A1E-651D2405ACEA}"/>
                      </a:ext>
                    </a:extLst>
                  </p:cNvPr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3" name="Google Shape;1123;p34">
                    <a:extLst>
                      <a:ext uri="{FF2B5EF4-FFF2-40B4-BE49-F238E27FC236}">
                        <a16:creationId xmlns:a16="http://schemas.microsoft.com/office/drawing/2014/main" id="{366680CE-53E2-EBE1-6E59-AE5A437D56A2}"/>
                      </a:ext>
                    </a:extLst>
                  </p:cNvPr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4" name="Google Shape;1124;p34">
                  <a:extLst>
                    <a:ext uri="{FF2B5EF4-FFF2-40B4-BE49-F238E27FC236}">
                      <a16:creationId xmlns:a16="http://schemas.microsoft.com/office/drawing/2014/main" id="{5E818245-325B-C0D2-AE98-C452A9781151}"/>
                    </a:ext>
                  </a:extLst>
                </p:cNvPr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125" name="Google Shape;1125;p34">
                    <a:extLst>
                      <a:ext uri="{FF2B5EF4-FFF2-40B4-BE49-F238E27FC236}">
                        <a16:creationId xmlns:a16="http://schemas.microsoft.com/office/drawing/2014/main" id="{3AB3FFC7-4A66-C95E-05AD-B9339138F701}"/>
                      </a:ext>
                    </a:extLst>
                  </p:cNvPr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6" name="Google Shape;1126;p34">
                    <a:extLst>
                      <a:ext uri="{FF2B5EF4-FFF2-40B4-BE49-F238E27FC236}">
                        <a16:creationId xmlns:a16="http://schemas.microsoft.com/office/drawing/2014/main" id="{71032E5B-9D46-CCA4-E58E-FD54E6E9847E}"/>
                      </a:ext>
                    </a:extLst>
                  </p:cNvPr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127" name="Google Shape;1127;p34">
                <a:extLst>
                  <a:ext uri="{FF2B5EF4-FFF2-40B4-BE49-F238E27FC236}">
                    <a16:creationId xmlns:a16="http://schemas.microsoft.com/office/drawing/2014/main" id="{512615CB-637A-5428-FDE9-350931E68F3F}"/>
                  </a:ext>
                </a:extLst>
              </p:cNvPr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34">
                <a:extLst>
                  <a:ext uri="{FF2B5EF4-FFF2-40B4-BE49-F238E27FC236}">
                    <a16:creationId xmlns:a16="http://schemas.microsoft.com/office/drawing/2014/main" id="{6655FB4B-C34F-1096-5AFB-CAAE9E878F0B}"/>
                  </a:ext>
                </a:extLst>
              </p:cNvPr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34">
                <a:extLst>
                  <a:ext uri="{FF2B5EF4-FFF2-40B4-BE49-F238E27FC236}">
                    <a16:creationId xmlns:a16="http://schemas.microsoft.com/office/drawing/2014/main" id="{230E3784-EBE1-2FE9-3252-7F1CF7AE2D58}"/>
                  </a:ext>
                </a:extLst>
              </p:cNvPr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" name="Google Shape;942;p29">
            <a:extLst>
              <a:ext uri="{FF2B5EF4-FFF2-40B4-BE49-F238E27FC236}">
                <a16:creationId xmlns:a16="http://schemas.microsoft.com/office/drawing/2014/main" id="{84B9D4EF-0C17-CA87-7F1E-8C8320E7C5D2}"/>
              </a:ext>
            </a:extLst>
          </p:cNvPr>
          <p:cNvSpPr txBox="1"/>
          <p:nvPr/>
        </p:nvSpPr>
        <p:spPr>
          <a:xfrm>
            <a:off x="615497" y="1245354"/>
            <a:ext cx="2558777" cy="303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/>
            <a:r>
              <a:rPr lang="pt-BR" sz="12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Função de alteração do modo do Led e função de setup.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4E54686-DAFA-D926-043F-7AE30C387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7966" y="1361189"/>
            <a:ext cx="2857510" cy="3535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443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8">
          <a:extLst>
            <a:ext uri="{FF2B5EF4-FFF2-40B4-BE49-F238E27FC236}">
              <a16:creationId xmlns:a16="http://schemas.microsoft.com/office/drawing/2014/main" id="{F398B16E-B890-8230-81E7-685FE4954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34">
            <a:extLst>
              <a:ext uri="{FF2B5EF4-FFF2-40B4-BE49-F238E27FC236}">
                <a16:creationId xmlns:a16="http://schemas.microsoft.com/office/drawing/2014/main" id="{DAE11F5D-4D28-D3AF-FF9C-D8F4C15530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Código Fonte</a:t>
            </a:r>
            <a:endParaRPr dirty="0"/>
          </a:p>
        </p:txBody>
      </p:sp>
      <p:grpSp>
        <p:nvGrpSpPr>
          <p:cNvPr id="1114" name="Google Shape;1114;p34">
            <a:extLst>
              <a:ext uri="{FF2B5EF4-FFF2-40B4-BE49-F238E27FC236}">
                <a16:creationId xmlns:a16="http://schemas.microsoft.com/office/drawing/2014/main" id="{A413FA9C-1EBF-C2F7-4824-709101B98624}"/>
              </a:ext>
            </a:extLst>
          </p:cNvPr>
          <p:cNvGrpSpPr/>
          <p:nvPr/>
        </p:nvGrpSpPr>
        <p:grpSpPr>
          <a:xfrm>
            <a:off x="7658533" y="701383"/>
            <a:ext cx="1187311" cy="624971"/>
            <a:chOff x="3859815" y="2867310"/>
            <a:chExt cx="1262157" cy="664368"/>
          </a:xfrm>
        </p:grpSpPr>
        <p:sp>
          <p:nvSpPr>
            <p:cNvPr id="1115" name="Google Shape;1115;p34">
              <a:extLst>
                <a:ext uri="{FF2B5EF4-FFF2-40B4-BE49-F238E27FC236}">
                  <a16:creationId xmlns:a16="http://schemas.microsoft.com/office/drawing/2014/main" id="{98D332EC-C776-C547-8F89-BF656E04F8B6}"/>
                </a:ext>
              </a:extLst>
            </p:cNvPr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16" name="Google Shape;1116;p34">
              <a:extLst>
                <a:ext uri="{FF2B5EF4-FFF2-40B4-BE49-F238E27FC236}">
                  <a16:creationId xmlns:a16="http://schemas.microsoft.com/office/drawing/2014/main" id="{76354A27-8199-6826-3082-20FF814116D4}"/>
                </a:ext>
              </a:extLst>
            </p:cNvPr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117" name="Google Shape;1117;p34">
                <a:extLst>
                  <a:ext uri="{FF2B5EF4-FFF2-40B4-BE49-F238E27FC236}">
                    <a16:creationId xmlns:a16="http://schemas.microsoft.com/office/drawing/2014/main" id="{99C6B0F5-F676-BA96-5C60-3BB5E70FB9D7}"/>
                  </a:ext>
                </a:extLst>
              </p:cNvPr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118" name="Google Shape;1118;p34">
                  <a:extLst>
                    <a:ext uri="{FF2B5EF4-FFF2-40B4-BE49-F238E27FC236}">
                      <a16:creationId xmlns:a16="http://schemas.microsoft.com/office/drawing/2014/main" id="{4E81B00F-ADB4-26C7-EA2F-BDE6698AB34C}"/>
                    </a:ext>
                  </a:extLst>
                </p:cNvPr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119" name="Google Shape;1119;p34">
                    <a:extLst>
                      <a:ext uri="{FF2B5EF4-FFF2-40B4-BE49-F238E27FC236}">
                        <a16:creationId xmlns:a16="http://schemas.microsoft.com/office/drawing/2014/main" id="{9187B518-4094-0C73-1B90-BFC6E12C5335}"/>
                      </a:ext>
                    </a:extLst>
                  </p:cNvPr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0" name="Google Shape;1120;p34">
                    <a:extLst>
                      <a:ext uri="{FF2B5EF4-FFF2-40B4-BE49-F238E27FC236}">
                        <a16:creationId xmlns:a16="http://schemas.microsoft.com/office/drawing/2014/main" id="{3AE56A60-0F58-1DB1-B699-77E9C92D59B9}"/>
                      </a:ext>
                    </a:extLst>
                  </p:cNvPr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1" name="Google Shape;1121;p34">
                  <a:extLst>
                    <a:ext uri="{FF2B5EF4-FFF2-40B4-BE49-F238E27FC236}">
                      <a16:creationId xmlns:a16="http://schemas.microsoft.com/office/drawing/2014/main" id="{12654874-565A-F283-8921-9C6734ED0806}"/>
                    </a:ext>
                  </a:extLst>
                </p:cNvPr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122" name="Google Shape;1122;p34">
                    <a:extLst>
                      <a:ext uri="{FF2B5EF4-FFF2-40B4-BE49-F238E27FC236}">
                        <a16:creationId xmlns:a16="http://schemas.microsoft.com/office/drawing/2014/main" id="{6EA9537C-A68F-8186-B334-69C6AB4C1795}"/>
                      </a:ext>
                    </a:extLst>
                  </p:cNvPr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3" name="Google Shape;1123;p34">
                    <a:extLst>
                      <a:ext uri="{FF2B5EF4-FFF2-40B4-BE49-F238E27FC236}">
                        <a16:creationId xmlns:a16="http://schemas.microsoft.com/office/drawing/2014/main" id="{C6F3C9F0-02E6-9EC3-9333-FD5E7AFBA074}"/>
                      </a:ext>
                    </a:extLst>
                  </p:cNvPr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4" name="Google Shape;1124;p34">
                  <a:extLst>
                    <a:ext uri="{FF2B5EF4-FFF2-40B4-BE49-F238E27FC236}">
                      <a16:creationId xmlns:a16="http://schemas.microsoft.com/office/drawing/2014/main" id="{13FD5C45-F0FE-4048-3C30-C901CA6FDAB8}"/>
                    </a:ext>
                  </a:extLst>
                </p:cNvPr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125" name="Google Shape;1125;p34">
                    <a:extLst>
                      <a:ext uri="{FF2B5EF4-FFF2-40B4-BE49-F238E27FC236}">
                        <a16:creationId xmlns:a16="http://schemas.microsoft.com/office/drawing/2014/main" id="{AED64D9A-86F9-5252-47FE-543D5A9AC441}"/>
                      </a:ext>
                    </a:extLst>
                  </p:cNvPr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6" name="Google Shape;1126;p34">
                    <a:extLst>
                      <a:ext uri="{FF2B5EF4-FFF2-40B4-BE49-F238E27FC236}">
                        <a16:creationId xmlns:a16="http://schemas.microsoft.com/office/drawing/2014/main" id="{A459BDA9-FE03-4FE7-3490-99AF28120BD6}"/>
                      </a:ext>
                    </a:extLst>
                  </p:cNvPr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127" name="Google Shape;1127;p34">
                <a:extLst>
                  <a:ext uri="{FF2B5EF4-FFF2-40B4-BE49-F238E27FC236}">
                    <a16:creationId xmlns:a16="http://schemas.microsoft.com/office/drawing/2014/main" id="{A6D3ED42-52DE-929E-2222-AD790770FD08}"/>
                  </a:ext>
                </a:extLst>
              </p:cNvPr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34">
                <a:extLst>
                  <a:ext uri="{FF2B5EF4-FFF2-40B4-BE49-F238E27FC236}">
                    <a16:creationId xmlns:a16="http://schemas.microsoft.com/office/drawing/2014/main" id="{AAED9E85-9AAB-3A7B-A3CB-25124D0F5E48}"/>
                  </a:ext>
                </a:extLst>
              </p:cNvPr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34">
                <a:extLst>
                  <a:ext uri="{FF2B5EF4-FFF2-40B4-BE49-F238E27FC236}">
                    <a16:creationId xmlns:a16="http://schemas.microsoft.com/office/drawing/2014/main" id="{7D3450A5-0129-5A65-297D-FCDB792F4486}"/>
                  </a:ext>
                </a:extLst>
              </p:cNvPr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" name="Google Shape;942;p29">
            <a:extLst>
              <a:ext uri="{FF2B5EF4-FFF2-40B4-BE49-F238E27FC236}">
                <a16:creationId xmlns:a16="http://schemas.microsoft.com/office/drawing/2014/main" id="{093C199F-8DE5-4907-97C9-E47C23AD3CD2}"/>
              </a:ext>
            </a:extLst>
          </p:cNvPr>
          <p:cNvSpPr txBox="1"/>
          <p:nvPr/>
        </p:nvSpPr>
        <p:spPr>
          <a:xfrm>
            <a:off x="615497" y="1245354"/>
            <a:ext cx="2210434" cy="303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/>
            <a:r>
              <a:rPr lang="pt-BR" sz="12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Primeira parte Loop que trabalha com modo automático. Verifica se está no tempo de amostragem, apaga a luz e verifica o estado do ambiente.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7AB508C-9A47-715E-E98E-6050EF307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6687" y="1055847"/>
            <a:ext cx="2804146" cy="396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692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8">
          <a:extLst>
            <a:ext uri="{FF2B5EF4-FFF2-40B4-BE49-F238E27FC236}">
              <a16:creationId xmlns:a16="http://schemas.microsoft.com/office/drawing/2014/main" id="{6F4AE7FC-FC60-8E4F-8531-9D23D30E3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34">
            <a:extLst>
              <a:ext uri="{FF2B5EF4-FFF2-40B4-BE49-F238E27FC236}">
                <a16:creationId xmlns:a16="http://schemas.microsoft.com/office/drawing/2014/main" id="{04A68EA0-A1B0-7D72-D20E-EAF1FA5D1C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Código Fonte</a:t>
            </a:r>
            <a:endParaRPr dirty="0"/>
          </a:p>
        </p:txBody>
      </p:sp>
      <p:grpSp>
        <p:nvGrpSpPr>
          <p:cNvPr id="1114" name="Google Shape;1114;p34">
            <a:extLst>
              <a:ext uri="{FF2B5EF4-FFF2-40B4-BE49-F238E27FC236}">
                <a16:creationId xmlns:a16="http://schemas.microsoft.com/office/drawing/2014/main" id="{3E42DD2C-64B1-567E-E55C-671E05C3D83A}"/>
              </a:ext>
            </a:extLst>
          </p:cNvPr>
          <p:cNvGrpSpPr/>
          <p:nvPr/>
        </p:nvGrpSpPr>
        <p:grpSpPr>
          <a:xfrm>
            <a:off x="7658533" y="701383"/>
            <a:ext cx="1187311" cy="624971"/>
            <a:chOff x="3859815" y="2867310"/>
            <a:chExt cx="1262157" cy="664368"/>
          </a:xfrm>
        </p:grpSpPr>
        <p:sp>
          <p:nvSpPr>
            <p:cNvPr id="1115" name="Google Shape;1115;p34">
              <a:extLst>
                <a:ext uri="{FF2B5EF4-FFF2-40B4-BE49-F238E27FC236}">
                  <a16:creationId xmlns:a16="http://schemas.microsoft.com/office/drawing/2014/main" id="{51DB9138-A1DE-C8E1-29C8-EC001FF6524C}"/>
                </a:ext>
              </a:extLst>
            </p:cNvPr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16" name="Google Shape;1116;p34">
              <a:extLst>
                <a:ext uri="{FF2B5EF4-FFF2-40B4-BE49-F238E27FC236}">
                  <a16:creationId xmlns:a16="http://schemas.microsoft.com/office/drawing/2014/main" id="{304CB000-0428-226D-8792-8CFCCF5D373C}"/>
                </a:ext>
              </a:extLst>
            </p:cNvPr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117" name="Google Shape;1117;p34">
                <a:extLst>
                  <a:ext uri="{FF2B5EF4-FFF2-40B4-BE49-F238E27FC236}">
                    <a16:creationId xmlns:a16="http://schemas.microsoft.com/office/drawing/2014/main" id="{252482B7-7A8C-2C3D-8047-732BE590ACCD}"/>
                  </a:ext>
                </a:extLst>
              </p:cNvPr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118" name="Google Shape;1118;p34">
                  <a:extLst>
                    <a:ext uri="{FF2B5EF4-FFF2-40B4-BE49-F238E27FC236}">
                      <a16:creationId xmlns:a16="http://schemas.microsoft.com/office/drawing/2014/main" id="{575E7DC5-BE0A-23A0-0872-D202EB0F83CA}"/>
                    </a:ext>
                  </a:extLst>
                </p:cNvPr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119" name="Google Shape;1119;p34">
                    <a:extLst>
                      <a:ext uri="{FF2B5EF4-FFF2-40B4-BE49-F238E27FC236}">
                        <a16:creationId xmlns:a16="http://schemas.microsoft.com/office/drawing/2014/main" id="{A847EA44-BDD3-A381-0F9F-3072E8679A2F}"/>
                      </a:ext>
                    </a:extLst>
                  </p:cNvPr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0" name="Google Shape;1120;p34">
                    <a:extLst>
                      <a:ext uri="{FF2B5EF4-FFF2-40B4-BE49-F238E27FC236}">
                        <a16:creationId xmlns:a16="http://schemas.microsoft.com/office/drawing/2014/main" id="{0969B1BD-D4C1-9A59-2AFB-AE232D369D26}"/>
                      </a:ext>
                    </a:extLst>
                  </p:cNvPr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1" name="Google Shape;1121;p34">
                  <a:extLst>
                    <a:ext uri="{FF2B5EF4-FFF2-40B4-BE49-F238E27FC236}">
                      <a16:creationId xmlns:a16="http://schemas.microsoft.com/office/drawing/2014/main" id="{4D770629-F9AD-C9C9-322B-BE3E849ED79F}"/>
                    </a:ext>
                  </a:extLst>
                </p:cNvPr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122" name="Google Shape;1122;p34">
                    <a:extLst>
                      <a:ext uri="{FF2B5EF4-FFF2-40B4-BE49-F238E27FC236}">
                        <a16:creationId xmlns:a16="http://schemas.microsoft.com/office/drawing/2014/main" id="{3E7D0F01-A346-4A5B-B410-8D61C15F4133}"/>
                      </a:ext>
                    </a:extLst>
                  </p:cNvPr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3" name="Google Shape;1123;p34">
                    <a:extLst>
                      <a:ext uri="{FF2B5EF4-FFF2-40B4-BE49-F238E27FC236}">
                        <a16:creationId xmlns:a16="http://schemas.microsoft.com/office/drawing/2014/main" id="{990421A4-1311-884F-64DF-54D14C5BDA11}"/>
                      </a:ext>
                    </a:extLst>
                  </p:cNvPr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4" name="Google Shape;1124;p34">
                  <a:extLst>
                    <a:ext uri="{FF2B5EF4-FFF2-40B4-BE49-F238E27FC236}">
                      <a16:creationId xmlns:a16="http://schemas.microsoft.com/office/drawing/2014/main" id="{E30CB2B5-6DEE-0462-D01B-7EE24C13A046}"/>
                    </a:ext>
                  </a:extLst>
                </p:cNvPr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125" name="Google Shape;1125;p34">
                    <a:extLst>
                      <a:ext uri="{FF2B5EF4-FFF2-40B4-BE49-F238E27FC236}">
                        <a16:creationId xmlns:a16="http://schemas.microsoft.com/office/drawing/2014/main" id="{03FB283B-7181-2C5B-1CCD-47184F922325}"/>
                      </a:ext>
                    </a:extLst>
                  </p:cNvPr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6" name="Google Shape;1126;p34">
                    <a:extLst>
                      <a:ext uri="{FF2B5EF4-FFF2-40B4-BE49-F238E27FC236}">
                        <a16:creationId xmlns:a16="http://schemas.microsoft.com/office/drawing/2014/main" id="{A838D252-BD2D-7E65-CF9C-5F66411A416B}"/>
                      </a:ext>
                    </a:extLst>
                  </p:cNvPr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127" name="Google Shape;1127;p34">
                <a:extLst>
                  <a:ext uri="{FF2B5EF4-FFF2-40B4-BE49-F238E27FC236}">
                    <a16:creationId xmlns:a16="http://schemas.microsoft.com/office/drawing/2014/main" id="{64837F40-A294-6102-F601-0A5A28ACBDB8}"/>
                  </a:ext>
                </a:extLst>
              </p:cNvPr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34">
                <a:extLst>
                  <a:ext uri="{FF2B5EF4-FFF2-40B4-BE49-F238E27FC236}">
                    <a16:creationId xmlns:a16="http://schemas.microsoft.com/office/drawing/2014/main" id="{F7FDE1DA-CAB0-8EA0-172D-8F4D77C90074}"/>
                  </a:ext>
                </a:extLst>
              </p:cNvPr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34">
                <a:extLst>
                  <a:ext uri="{FF2B5EF4-FFF2-40B4-BE49-F238E27FC236}">
                    <a16:creationId xmlns:a16="http://schemas.microsoft.com/office/drawing/2014/main" id="{0F75349B-4EB1-C475-E588-88EE7AD0718D}"/>
                  </a:ext>
                </a:extLst>
              </p:cNvPr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" name="Google Shape;942;p29">
            <a:extLst>
              <a:ext uri="{FF2B5EF4-FFF2-40B4-BE49-F238E27FC236}">
                <a16:creationId xmlns:a16="http://schemas.microsoft.com/office/drawing/2014/main" id="{937EB31A-3617-A687-B608-AEE32DDBE3DF}"/>
              </a:ext>
            </a:extLst>
          </p:cNvPr>
          <p:cNvSpPr txBox="1"/>
          <p:nvPr/>
        </p:nvSpPr>
        <p:spPr>
          <a:xfrm>
            <a:off x="615497" y="1245354"/>
            <a:ext cx="2558777" cy="303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/>
            <a:r>
              <a:rPr lang="pt-BR" sz="12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Segunda parte Loop que verifica o acionamento do botão e inatividade de interações manuais.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865C616-801A-138D-B680-1CCC44F3D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274" y="973208"/>
            <a:ext cx="3646402" cy="417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979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8">
          <a:extLst>
            <a:ext uri="{FF2B5EF4-FFF2-40B4-BE49-F238E27FC236}">
              <a16:creationId xmlns:a16="http://schemas.microsoft.com/office/drawing/2014/main" id="{B84C7A59-B285-03E3-7320-B5555B406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34">
            <a:extLst>
              <a:ext uri="{FF2B5EF4-FFF2-40B4-BE49-F238E27FC236}">
                <a16:creationId xmlns:a16="http://schemas.microsoft.com/office/drawing/2014/main" id="{E072DEC7-C67D-ACFC-ED78-09DF84B2B4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Código Fonte</a:t>
            </a:r>
            <a:endParaRPr dirty="0"/>
          </a:p>
        </p:txBody>
      </p:sp>
      <p:sp>
        <p:nvSpPr>
          <p:cNvPr id="1112" name="Google Shape;1112;p34">
            <a:extLst>
              <a:ext uri="{FF2B5EF4-FFF2-40B4-BE49-F238E27FC236}">
                <a16:creationId xmlns:a16="http://schemas.microsoft.com/office/drawing/2014/main" id="{7A10EEFD-3CA0-1710-9405-CCC864AF83D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79674" y="1134427"/>
            <a:ext cx="5220532" cy="39034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b="1" dirty="0"/>
              <a:t>// Primeira parte do Loop verifica se está no modo automático, caso esteja, o mesmo realiza a lógica de verificar LDR</a:t>
            </a:r>
          </a:p>
          <a:p>
            <a:r>
              <a:rPr lang="pt-BR" dirty="0" err="1"/>
              <a:t>void</a:t>
            </a:r>
            <a:r>
              <a:rPr lang="pt-BR" dirty="0"/>
              <a:t> loop() {</a:t>
            </a:r>
          </a:p>
          <a:p>
            <a:r>
              <a:rPr lang="pt-BR" dirty="0"/>
              <a:t>  </a:t>
            </a:r>
            <a:r>
              <a:rPr lang="pt-BR" dirty="0" err="1"/>
              <a:t>if</a:t>
            </a:r>
            <a:r>
              <a:rPr lang="pt-BR" dirty="0"/>
              <a:t>(</a:t>
            </a:r>
            <a:r>
              <a:rPr lang="pt-BR" dirty="0" err="1"/>
              <a:t>modo_aut</a:t>
            </a:r>
            <a:r>
              <a:rPr lang="pt-BR" dirty="0"/>
              <a:t>==</a:t>
            </a:r>
            <a:r>
              <a:rPr lang="pt-BR" dirty="0" err="1"/>
              <a:t>true</a:t>
            </a:r>
            <a:r>
              <a:rPr lang="pt-BR" dirty="0"/>
              <a:t>){</a:t>
            </a:r>
          </a:p>
          <a:p>
            <a:r>
              <a:rPr lang="pt-BR" dirty="0"/>
              <a:t>    luminosidade=</a:t>
            </a:r>
            <a:r>
              <a:rPr lang="pt-BR" dirty="0" err="1"/>
              <a:t>analogRead</a:t>
            </a:r>
            <a:r>
              <a:rPr lang="pt-BR" dirty="0"/>
              <a:t>(LDR);</a:t>
            </a:r>
          </a:p>
          <a:p>
            <a:r>
              <a:rPr lang="pt-BR" dirty="0"/>
              <a:t>    </a:t>
            </a:r>
            <a:r>
              <a:rPr lang="pt-BR" dirty="0" err="1"/>
              <a:t>Serial.print</a:t>
            </a:r>
            <a:r>
              <a:rPr lang="pt-BR" dirty="0"/>
              <a:t>("Luminosidade: ");</a:t>
            </a:r>
          </a:p>
          <a:p>
            <a:r>
              <a:rPr lang="pt-BR" dirty="0"/>
              <a:t>    </a:t>
            </a:r>
            <a:r>
              <a:rPr lang="pt-BR" dirty="0" err="1"/>
              <a:t>Serial.println</a:t>
            </a:r>
            <a:r>
              <a:rPr lang="pt-BR" dirty="0"/>
              <a:t>(luminosidade);</a:t>
            </a:r>
          </a:p>
          <a:p>
            <a:endParaRPr lang="pt-BR" dirty="0"/>
          </a:p>
          <a:p>
            <a:r>
              <a:rPr lang="pt-BR" dirty="0"/>
              <a:t>    </a:t>
            </a:r>
            <a:r>
              <a:rPr lang="pt-BR" dirty="0" err="1"/>
              <a:t>if</a:t>
            </a:r>
            <a:r>
              <a:rPr lang="pt-BR" dirty="0"/>
              <a:t>(luminosidade&gt;=2700 &amp;&amp; luminosidade&lt;4096){</a:t>
            </a:r>
          </a:p>
          <a:p>
            <a:r>
              <a:rPr lang="pt-BR" dirty="0"/>
              <a:t>      </a:t>
            </a:r>
            <a:r>
              <a:rPr lang="pt-BR" dirty="0" err="1"/>
              <a:t>digitalWrite</a:t>
            </a:r>
            <a:r>
              <a:rPr lang="pt-BR" dirty="0"/>
              <a:t>(LED,HIGH); </a:t>
            </a:r>
          </a:p>
          <a:p>
            <a:r>
              <a:rPr lang="pt-BR" dirty="0"/>
              <a:t>    }</a:t>
            </a:r>
          </a:p>
          <a:p>
            <a:r>
              <a:rPr lang="pt-BR" dirty="0"/>
              <a:t>    </a:t>
            </a:r>
            <a:r>
              <a:rPr lang="pt-BR" dirty="0" err="1"/>
              <a:t>else</a:t>
            </a:r>
            <a:r>
              <a:rPr lang="pt-BR" dirty="0"/>
              <a:t> </a:t>
            </a:r>
            <a:r>
              <a:rPr lang="pt-BR" dirty="0" err="1"/>
              <a:t>if</a:t>
            </a:r>
            <a:r>
              <a:rPr lang="pt-BR" dirty="0"/>
              <a:t>(luminosidade&lt;2700 &amp;&amp; luminosidade&gt;0){</a:t>
            </a:r>
          </a:p>
          <a:p>
            <a:r>
              <a:rPr lang="pt-BR" dirty="0"/>
              <a:t>      </a:t>
            </a:r>
            <a:r>
              <a:rPr lang="pt-BR" dirty="0" err="1"/>
              <a:t>digitalWrite</a:t>
            </a:r>
            <a:r>
              <a:rPr lang="pt-BR" dirty="0"/>
              <a:t>(LED,LOW); </a:t>
            </a:r>
          </a:p>
          <a:p>
            <a:r>
              <a:rPr lang="pt-BR" dirty="0"/>
              <a:t>    }</a:t>
            </a:r>
          </a:p>
          <a:p>
            <a:r>
              <a:rPr lang="pt-BR" dirty="0"/>
              <a:t>    </a:t>
            </a:r>
            <a:r>
              <a:rPr lang="pt-BR" dirty="0" err="1"/>
              <a:t>else</a:t>
            </a:r>
            <a:r>
              <a:rPr lang="pt-BR" dirty="0"/>
              <a:t>{</a:t>
            </a:r>
          </a:p>
          <a:p>
            <a:r>
              <a:rPr lang="pt-BR" dirty="0"/>
              <a:t>      </a:t>
            </a:r>
            <a:r>
              <a:rPr lang="pt-BR" dirty="0" err="1"/>
              <a:t>Serial.println</a:t>
            </a:r>
            <a:r>
              <a:rPr lang="pt-BR" dirty="0"/>
              <a:t>("Erro de Leitura");</a:t>
            </a:r>
          </a:p>
          <a:p>
            <a:r>
              <a:rPr lang="pt-BR" dirty="0"/>
              <a:t>      </a:t>
            </a:r>
            <a:r>
              <a:rPr lang="pt-BR" dirty="0" err="1"/>
              <a:t>modo_aut</a:t>
            </a:r>
            <a:r>
              <a:rPr lang="pt-BR" dirty="0"/>
              <a:t> = false;</a:t>
            </a:r>
          </a:p>
          <a:p>
            <a:r>
              <a:rPr lang="pt-BR" dirty="0"/>
              <a:t>    }</a:t>
            </a:r>
          </a:p>
          <a:p>
            <a:r>
              <a:rPr lang="pt-BR" dirty="0"/>
              <a:t>  }</a:t>
            </a:r>
          </a:p>
        </p:txBody>
      </p:sp>
      <p:grpSp>
        <p:nvGrpSpPr>
          <p:cNvPr id="1114" name="Google Shape;1114;p34">
            <a:extLst>
              <a:ext uri="{FF2B5EF4-FFF2-40B4-BE49-F238E27FC236}">
                <a16:creationId xmlns:a16="http://schemas.microsoft.com/office/drawing/2014/main" id="{9198A10D-8F4F-B883-F83E-B680347B6526}"/>
              </a:ext>
            </a:extLst>
          </p:cNvPr>
          <p:cNvGrpSpPr/>
          <p:nvPr/>
        </p:nvGrpSpPr>
        <p:grpSpPr>
          <a:xfrm>
            <a:off x="7658533" y="701383"/>
            <a:ext cx="1187311" cy="624971"/>
            <a:chOff x="3859815" y="2867310"/>
            <a:chExt cx="1262157" cy="664368"/>
          </a:xfrm>
        </p:grpSpPr>
        <p:sp>
          <p:nvSpPr>
            <p:cNvPr id="1115" name="Google Shape;1115;p34">
              <a:extLst>
                <a:ext uri="{FF2B5EF4-FFF2-40B4-BE49-F238E27FC236}">
                  <a16:creationId xmlns:a16="http://schemas.microsoft.com/office/drawing/2014/main" id="{77F17425-F173-63A1-62F6-F5815A6C912E}"/>
                </a:ext>
              </a:extLst>
            </p:cNvPr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16" name="Google Shape;1116;p34">
              <a:extLst>
                <a:ext uri="{FF2B5EF4-FFF2-40B4-BE49-F238E27FC236}">
                  <a16:creationId xmlns:a16="http://schemas.microsoft.com/office/drawing/2014/main" id="{F36C31B1-E531-DED2-9EAF-29DD32D23141}"/>
                </a:ext>
              </a:extLst>
            </p:cNvPr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117" name="Google Shape;1117;p34">
                <a:extLst>
                  <a:ext uri="{FF2B5EF4-FFF2-40B4-BE49-F238E27FC236}">
                    <a16:creationId xmlns:a16="http://schemas.microsoft.com/office/drawing/2014/main" id="{B619A44D-BD07-08D4-02A6-176CF572ED75}"/>
                  </a:ext>
                </a:extLst>
              </p:cNvPr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118" name="Google Shape;1118;p34">
                  <a:extLst>
                    <a:ext uri="{FF2B5EF4-FFF2-40B4-BE49-F238E27FC236}">
                      <a16:creationId xmlns:a16="http://schemas.microsoft.com/office/drawing/2014/main" id="{1D436055-ED4E-87BF-B615-542E431E2657}"/>
                    </a:ext>
                  </a:extLst>
                </p:cNvPr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119" name="Google Shape;1119;p34">
                    <a:extLst>
                      <a:ext uri="{FF2B5EF4-FFF2-40B4-BE49-F238E27FC236}">
                        <a16:creationId xmlns:a16="http://schemas.microsoft.com/office/drawing/2014/main" id="{0E2603A5-6967-7B3C-A543-C7B3A05060BF}"/>
                      </a:ext>
                    </a:extLst>
                  </p:cNvPr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0" name="Google Shape;1120;p34">
                    <a:extLst>
                      <a:ext uri="{FF2B5EF4-FFF2-40B4-BE49-F238E27FC236}">
                        <a16:creationId xmlns:a16="http://schemas.microsoft.com/office/drawing/2014/main" id="{46AE29D0-34BB-4777-8E98-7391DA316219}"/>
                      </a:ext>
                    </a:extLst>
                  </p:cNvPr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1" name="Google Shape;1121;p34">
                  <a:extLst>
                    <a:ext uri="{FF2B5EF4-FFF2-40B4-BE49-F238E27FC236}">
                      <a16:creationId xmlns:a16="http://schemas.microsoft.com/office/drawing/2014/main" id="{47490CB5-7626-494B-1473-500054ED59F7}"/>
                    </a:ext>
                  </a:extLst>
                </p:cNvPr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122" name="Google Shape;1122;p34">
                    <a:extLst>
                      <a:ext uri="{FF2B5EF4-FFF2-40B4-BE49-F238E27FC236}">
                        <a16:creationId xmlns:a16="http://schemas.microsoft.com/office/drawing/2014/main" id="{87819527-A43D-DDBA-AEE2-2CBCC8B81F8B}"/>
                      </a:ext>
                    </a:extLst>
                  </p:cNvPr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3" name="Google Shape;1123;p34">
                    <a:extLst>
                      <a:ext uri="{FF2B5EF4-FFF2-40B4-BE49-F238E27FC236}">
                        <a16:creationId xmlns:a16="http://schemas.microsoft.com/office/drawing/2014/main" id="{0DF3A747-F76A-0209-E615-4071A96AA346}"/>
                      </a:ext>
                    </a:extLst>
                  </p:cNvPr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4" name="Google Shape;1124;p34">
                  <a:extLst>
                    <a:ext uri="{FF2B5EF4-FFF2-40B4-BE49-F238E27FC236}">
                      <a16:creationId xmlns:a16="http://schemas.microsoft.com/office/drawing/2014/main" id="{852EF28F-2579-8591-9657-8986B95A85C1}"/>
                    </a:ext>
                  </a:extLst>
                </p:cNvPr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125" name="Google Shape;1125;p34">
                    <a:extLst>
                      <a:ext uri="{FF2B5EF4-FFF2-40B4-BE49-F238E27FC236}">
                        <a16:creationId xmlns:a16="http://schemas.microsoft.com/office/drawing/2014/main" id="{407C72B1-4E4E-14B0-4421-F7E2CF4C8638}"/>
                      </a:ext>
                    </a:extLst>
                  </p:cNvPr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6" name="Google Shape;1126;p34">
                    <a:extLst>
                      <a:ext uri="{FF2B5EF4-FFF2-40B4-BE49-F238E27FC236}">
                        <a16:creationId xmlns:a16="http://schemas.microsoft.com/office/drawing/2014/main" id="{429E215B-479B-BA2B-2334-2D63D4F2DBB6}"/>
                      </a:ext>
                    </a:extLst>
                  </p:cNvPr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127" name="Google Shape;1127;p34">
                <a:extLst>
                  <a:ext uri="{FF2B5EF4-FFF2-40B4-BE49-F238E27FC236}">
                    <a16:creationId xmlns:a16="http://schemas.microsoft.com/office/drawing/2014/main" id="{AFD21DE0-F71A-0985-493A-F47196A93BF1}"/>
                  </a:ext>
                </a:extLst>
              </p:cNvPr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34">
                <a:extLst>
                  <a:ext uri="{FF2B5EF4-FFF2-40B4-BE49-F238E27FC236}">
                    <a16:creationId xmlns:a16="http://schemas.microsoft.com/office/drawing/2014/main" id="{F9EF7F26-CC7F-8E36-4B16-545B59BBE7D3}"/>
                  </a:ext>
                </a:extLst>
              </p:cNvPr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34">
                <a:extLst>
                  <a:ext uri="{FF2B5EF4-FFF2-40B4-BE49-F238E27FC236}">
                    <a16:creationId xmlns:a16="http://schemas.microsoft.com/office/drawing/2014/main" id="{CEDB1F01-C7D5-23E4-2A19-EB2E5574435A}"/>
                  </a:ext>
                </a:extLst>
              </p:cNvPr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98243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8">
          <a:extLst>
            <a:ext uri="{FF2B5EF4-FFF2-40B4-BE49-F238E27FC236}">
              <a16:creationId xmlns:a16="http://schemas.microsoft.com/office/drawing/2014/main" id="{29286220-AE14-A93E-F1E2-46BD490C7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34">
            <a:extLst>
              <a:ext uri="{FF2B5EF4-FFF2-40B4-BE49-F238E27FC236}">
                <a16:creationId xmlns:a16="http://schemas.microsoft.com/office/drawing/2014/main" id="{35FC679D-1B8F-05C0-768E-36A5251232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Código Fonte</a:t>
            </a:r>
            <a:endParaRPr dirty="0"/>
          </a:p>
        </p:txBody>
      </p:sp>
      <p:sp>
        <p:nvSpPr>
          <p:cNvPr id="1112" name="Google Shape;1112;p34">
            <a:extLst>
              <a:ext uri="{FF2B5EF4-FFF2-40B4-BE49-F238E27FC236}">
                <a16:creationId xmlns:a16="http://schemas.microsoft.com/office/drawing/2014/main" id="{2D668C7E-93F4-5414-9BC0-49D64F35BDB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79674" y="1134427"/>
            <a:ext cx="5220532" cy="39034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b="1" dirty="0"/>
              <a:t>// Segunda parte do Loop verifica acionamento do botão</a:t>
            </a:r>
          </a:p>
          <a:p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bool</a:t>
            </a:r>
            <a:r>
              <a:rPr lang="pt-BR" dirty="0"/>
              <a:t> </a:t>
            </a:r>
            <a:r>
              <a:rPr lang="pt-BR" dirty="0" err="1"/>
              <a:t>estadoAnterior</a:t>
            </a:r>
            <a:r>
              <a:rPr lang="pt-BR" dirty="0"/>
              <a:t> = HIGH;</a:t>
            </a:r>
          </a:p>
          <a:p>
            <a:r>
              <a:rPr lang="pt-BR" dirty="0" err="1"/>
              <a:t>bool</a:t>
            </a:r>
            <a:r>
              <a:rPr lang="pt-BR" dirty="0"/>
              <a:t> </a:t>
            </a:r>
            <a:r>
              <a:rPr lang="pt-BR" dirty="0" err="1"/>
              <a:t>estadoAtual</a:t>
            </a:r>
            <a:r>
              <a:rPr lang="pt-BR" dirty="0"/>
              <a:t> = </a:t>
            </a:r>
            <a:r>
              <a:rPr lang="pt-BR" dirty="0" err="1"/>
              <a:t>digitalRead</a:t>
            </a:r>
            <a:r>
              <a:rPr lang="pt-BR" dirty="0"/>
              <a:t>(BUTTON);</a:t>
            </a:r>
          </a:p>
          <a:p>
            <a:endParaRPr lang="pt-BR" dirty="0"/>
          </a:p>
          <a:p>
            <a:r>
              <a:rPr lang="pt-BR" dirty="0"/>
              <a:t>  </a:t>
            </a:r>
            <a:r>
              <a:rPr lang="pt-BR" dirty="0" err="1"/>
              <a:t>if</a:t>
            </a:r>
            <a:r>
              <a:rPr lang="pt-BR" dirty="0"/>
              <a:t> (</a:t>
            </a:r>
            <a:r>
              <a:rPr lang="pt-BR" dirty="0" err="1"/>
              <a:t>estadoAnterior</a:t>
            </a:r>
            <a:r>
              <a:rPr lang="pt-BR" dirty="0"/>
              <a:t> == HIGH &amp;&amp; </a:t>
            </a:r>
            <a:r>
              <a:rPr lang="pt-BR" dirty="0" err="1"/>
              <a:t>estadoAtual</a:t>
            </a:r>
            <a:r>
              <a:rPr lang="pt-BR" dirty="0"/>
              <a:t> == LOW) {</a:t>
            </a:r>
          </a:p>
          <a:p>
            <a:r>
              <a:rPr lang="pt-BR" dirty="0"/>
              <a:t>    </a:t>
            </a:r>
            <a:r>
              <a:rPr lang="pt-BR" dirty="0" err="1"/>
              <a:t>ultimoClique</a:t>
            </a:r>
            <a:r>
              <a:rPr lang="pt-BR" dirty="0"/>
              <a:t> = </a:t>
            </a:r>
            <a:r>
              <a:rPr lang="pt-BR" dirty="0" err="1"/>
              <a:t>millis</a:t>
            </a:r>
            <a:r>
              <a:rPr lang="pt-BR" dirty="0"/>
              <a:t>(); </a:t>
            </a:r>
            <a:br>
              <a:rPr lang="pt-BR" dirty="0"/>
            </a:br>
            <a:endParaRPr lang="pt-BR" dirty="0"/>
          </a:p>
          <a:p>
            <a:r>
              <a:rPr lang="pt-BR" dirty="0"/>
              <a:t>    </a:t>
            </a:r>
            <a:r>
              <a:rPr lang="pt-BR" dirty="0" err="1"/>
              <a:t>if</a:t>
            </a:r>
            <a:r>
              <a:rPr lang="pt-BR" dirty="0"/>
              <a:t> (!</a:t>
            </a:r>
            <a:r>
              <a:rPr lang="pt-BR" dirty="0" err="1"/>
              <a:t>esperandoSegundoClique</a:t>
            </a:r>
            <a:r>
              <a:rPr lang="pt-BR" dirty="0"/>
              <a:t>) {</a:t>
            </a:r>
          </a:p>
          <a:p>
            <a:r>
              <a:rPr lang="pt-BR" dirty="0"/>
              <a:t>      // Primeiro clique</a:t>
            </a:r>
          </a:p>
          <a:p>
            <a:r>
              <a:rPr lang="pt-BR" dirty="0"/>
              <a:t>      </a:t>
            </a:r>
            <a:r>
              <a:rPr lang="pt-BR" dirty="0" err="1"/>
              <a:t>esperandoSegundoClique</a:t>
            </a:r>
            <a:r>
              <a:rPr lang="pt-BR" dirty="0"/>
              <a:t> = </a:t>
            </a:r>
            <a:r>
              <a:rPr lang="pt-BR" dirty="0" err="1"/>
              <a:t>true</a:t>
            </a:r>
            <a:r>
              <a:rPr lang="pt-BR" dirty="0"/>
              <a:t>;</a:t>
            </a:r>
          </a:p>
          <a:p>
            <a:r>
              <a:rPr lang="pt-BR" dirty="0"/>
              <a:t>      </a:t>
            </a:r>
            <a:r>
              <a:rPr lang="pt-BR" dirty="0" err="1"/>
              <a:t>tempoClique</a:t>
            </a:r>
            <a:r>
              <a:rPr lang="pt-BR" dirty="0"/>
              <a:t> = </a:t>
            </a:r>
            <a:r>
              <a:rPr lang="pt-BR" dirty="0" err="1"/>
              <a:t>millis</a:t>
            </a:r>
            <a:r>
              <a:rPr lang="pt-BR" dirty="0"/>
              <a:t>();</a:t>
            </a:r>
          </a:p>
          <a:p>
            <a:r>
              <a:rPr lang="pt-BR" dirty="0"/>
              <a:t>    } </a:t>
            </a:r>
            <a:r>
              <a:rPr lang="pt-BR" dirty="0" err="1"/>
              <a:t>else</a:t>
            </a:r>
            <a:r>
              <a:rPr lang="pt-BR" dirty="0"/>
              <a:t> {</a:t>
            </a:r>
          </a:p>
          <a:p>
            <a:r>
              <a:rPr lang="pt-BR" dirty="0"/>
              <a:t>      // Segundo clique dentro do tempo --&gt; Modo Automático</a:t>
            </a:r>
          </a:p>
          <a:p>
            <a:r>
              <a:rPr lang="pt-BR" dirty="0"/>
              <a:t>      </a:t>
            </a:r>
            <a:r>
              <a:rPr lang="pt-BR" dirty="0" err="1"/>
              <a:t>if</a:t>
            </a:r>
            <a:r>
              <a:rPr lang="pt-BR" dirty="0"/>
              <a:t> (</a:t>
            </a:r>
            <a:r>
              <a:rPr lang="pt-BR" dirty="0" err="1"/>
              <a:t>millis</a:t>
            </a:r>
            <a:r>
              <a:rPr lang="pt-BR" dirty="0"/>
              <a:t>() - </a:t>
            </a:r>
            <a:r>
              <a:rPr lang="pt-BR" dirty="0" err="1"/>
              <a:t>tempoClique</a:t>
            </a:r>
            <a:r>
              <a:rPr lang="pt-BR" dirty="0"/>
              <a:t> &lt;= </a:t>
            </a:r>
            <a:r>
              <a:rPr lang="pt-BR" dirty="0" err="1"/>
              <a:t>intervaloDuplo</a:t>
            </a:r>
            <a:r>
              <a:rPr lang="pt-BR" dirty="0"/>
              <a:t>) {</a:t>
            </a:r>
          </a:p>
          <a:p>
            <a:r>
              <a:rPr lang="pt-BR" dirty="0"/>
              <a:t>        </a:t>
            </a:r>
            <a:r>
              <a:rPr lang="pt-BR" dirty="0" err="1"/>
              <a:t>Serial.println</a:t>
            </a:r>
            <a:r>
              <a:rPr lang="pt-BR" dirty="0"/>
              <a:t>("Duplo clique detectado");</a:t>
            </a:r>
          </a:p>
          <a:p>
            <a:r>
              <a:rPr lang="pt-BR" dirty="0"/>
              <a:t>        </a:t>
            </a:r>
            <a:r>
              <a:rPr lang="pt-BR" dirty="0" err="1"/>
              <a:t>modo_aut</a:t>
            </a:r>
            <a:r>
              <a:rPr lang="pt-BR" dirty="0"/>
              <a:t>=</a:t>
            </a:r>
            <a:r>
              <a:rPr lang="pt-BR" dirty="0" err="1"/>
              <a:t>true</a:t>
            </a:r>
            <a:r>
              <a:rPr lang="pt-BR" dirty="0"/>
              <a:t>;</a:t>
            </a:r>
          </a:p>
          <a:p>
            <a:r>
              <a:rPr lang="pt-BR" dirty="0"/>
              <a:t>        </a:t>
            </a:r>
            <a:r>
              <a:rPr lang="pt-BR" dirty="0" err="1"/>
              <a:t>esperandoSegundoClique</a:t>
            </a:r>
            <a:r>
              <a:rPr lang="pt-BR" dirty="0"/>
              <a:t> = false;</a:t>
            </a:r>
          </a:p>
          <a:p>
            <a:r>
              <a:rPr lang="pt-BR" dirty="0"/>
              <a:t>      }</a:t>
            </a:r>
          </a:p>
          <a:p>
            <a:r>
              <a:rPr lang="pt-BR" dirty="0"/>
              <a:t>    }</a:t>
            </a:r>
          </a:p>
          <a:p>
            <a:r>
              <a:rPr lang="pt-BR" dirty="0"/>
              <a:t>  }</a:t>
            </a:r>
          </a:p>
        </p:txBody>
      </p:sp>
      <p:grpSp>
        <p:nvGrpSpPr>
          <p:cNvPr id="1114" name="Google Shape;1114;p34">
            <a:extLst>
              <a:ext uri="{FF2B5EF4-FFF2-40B4-BE49-F238E27FC236}">
                <a16:creationId xmlns:a16="http://schemas.microsoft.com/office/drawing/2014/main" id="{D9ED8909-11F4-B104-A3E0-892302178262}"/>
              </a:ext>
            </a:extLst>
          </p:cNvPr>
          <p:cNvGrpSpPr/>
          <p:nvPr/>
        </p:nvGrpSpPr>
        <p:grpSpPr>
          <a:xfrm>
            <a:off x="7658533" y="701383"/>
            <a:ext cx="1187311" cy="624971"/>
            <a:chOff x="3859815" y="2867310"/>
            <a:chExt cx="1262157" cy="664368"/>
          </a:xfrm>
        </p:grpSpPr>
        <p:sp>
          <p:nvSpPr>
            <p:cNvPr id="1115" name="Google Shape;1115;p34">
              <a:extLst>
                <a:ext uri="{FF2B5EF4-FFF2-40B4-BE49-F238E27FC236}">
                  <a16:creationId xmlns:a16="http://schemas.microsoft.com/office/drawing/2014/main" id="{1B6E2E0B-D81C-4DEA-7AB2-5D8A729A2BAF}"/>
                </a:ext>
              </a:extLst>
            </p:cNvPr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16" name="Google Shape;1116;p34">
              <a:extLst>
                <a:ext uri="{FF2B5EF4-FFF2-40B4-BE49-F238E27FC236}">
                  <a16:creationId xmlns:a16="http://schemas.microsoft.com/office/drawing/2014/main" id="{596E4671-C014-AA68-C818-8BEA79461474}"/>
                </a:ext>
              </a:extLst>
            </p:cNvPr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117" name="Google Shape;1117;p34">
                <a:extLst>
                  <a:ext uri="{FF2B5EF4-FFF2-40B4-BE49-F238E27FC236}">
                    <a16:creationId xmlns:a16="http://schemas.microsoft.com/office/drawing/2014/main" id="{A5BD7FE0-9FA3-7BE3-3364-801FDDD3D976}"/>
                  </a:ext>
                </a:extLst>
              </p:cNvPr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118" name="Google Shape;1118;p34">
                  <a:extLst>
                    <a:ext uri="{FF2B5EF4-FFF2-40B4-BE49-F238E27FC236}">
                      <a16:creationId xmlns:a16="http://schemas.microsoft.com/office/drawing/2014/main" id="{7A569232-8684-E7E0-9AE1-E29F9238C2D2}"/>
                    </a:ext>
                  </a:extLst>
                </p:cNvPr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119" name="Google Shape;1119;p34">
                    <a:extLst>
                      <a:ext uri="{FF2B5EF4-FFF2-40B4-BE49-F238E27FC236}">
                        <a16:creationId xmlns:a16="http://schemas.microsoft.com/office/drawing/2014/main" id="{45806863-BF37-62D0-C6BC-2A53A51F8867}"/>
                      </a:ext>
                    </a:extLst>
                  </p:cNvPr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0" name="Google Shape;1120;p34">
                    <a:extLst>
                      <a:ext uri="{FF2B5EF4-FFF2-40B4-BE49-F238E27FC236}">
                        <a16:creationId xmlns:a16="http://schemas.microsoft.com/office/drawing/2014/main" id="{E95068ED-AE99-554C-210E-F27F9FF29CC6}"/>
                      </a:ext>
                    </a:extLst>
                  </p:cNvPr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1" name="Google Shape;1121;p34">
                  <a:extLst>
                    <a:ext uri="{FF2B5EF4-FFF2-40B4-BE49-F238E27FC236}">
                      <a16:creationId xmlns:a16="http://schemas.microsoft.com/office/drawing/2014/main" id="{13E8F92A-8D7A-8438-A130-9773FD675A03}"/>
                    </a:ext>
                  </a:extLst>
                </p:cNvPr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122" name="Google Shape;1122;p34">
                    <a:extLst>
                      <a:ext uri="{FF2B5EF4-FFF2-40B4-BE49-F238E27FC236}">
                        <a16:creationId xmlns:a16="http://schemas.microsoft.com/office/drawing/2014/main" id="{B2836F3A-B2DD-A548-5FBF-C87D4DD76BCE}"/>
                      </a:ext>
                    </a:extLst>
                  </p:cNvPr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3" name="Google Shape;1123;p34">
                    <a:extLst>
                      <a:ext uri="{FF2B5EF4-FFF2-40B4-BE49-F238E27FC236}">
                        <a16:creationId xmlns:a16="http://schemas.microsoft.com/office/drawing/2014/main" id="{138D49A0-4DAA-031E-DA27-6C9538BDDC1D}"/>
                      </a:ext>
                    </a:extLst>
                  </p:cNvPr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4" name="Google Shape;1124;p34">
                  <a:extLst>
                    <a:ext uri="{FF2B5EF4-FFF2-40B4-BE49-F238E27FC236}">
                      <a16:creationId xmlns:a16="http://schemas.microsoft.com/office/drawing/2014/main" id="{99A48B63-554D-0DD5-C8F5-D8E60E630122}"/>
                    </a:ext>
                  </a:extLst>
                </p:cNvPr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125" name="Google Shape;1125;p34">
                    <a:extLst>
                      <a:ext uri="{FF2B5EF4-FFF2-40B4-BE49-F238E27FC236}">
                        <a16:creationId xmlns:a16="http://schemas.microsoft.com/office/drawing/2014/main" id="{AB5FA8DE-15B1-97A5-DDD2-0AD3F6D15B9F}"/>
                      </a:ext>
                    </a:extLst>
                  </p:cNvPr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6" name="Google Shape;1126;p34">
                    <a:extLst>
                      <a:ext uri="{FF2B5EF4-FFF2-40B4-BE49-F238E27FC236}">
                        <a16:creationId xmlns:a16="http://schemas.microsoft.com/office/drawing/2014/main" id="{756D22E1-9C0B-62F2-7C91-F0CDC0C11C67}"/>
                      </a:ext>
                    </a:extLst>
                  </p:cNvPr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127" name="Google Shape;1127;p34">
                <a:extLst>
                  <a:ext uri="{FF2B5EF4-FFF2-40B4-BE49-F238E27FC236}">
                    <a16:creationId xmlns:a16="http://schemas.microsoft.com/office/drawing/2014/main" id="{324109F4-D64D-50EB-4037-FCA5DA481C3C}"/>
                  </a:ext>
                </a:extLst>
              </p:cNvPr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34">
                <a:extLst>
                  <a:ext uri="{FF2B5EF4-FFF2-40B4-BE49-F238E27FC236}">
                    <a16:creationId xmlns:a16="http://schemas.microsoft.com/office/drawing/2014/main" id="{90D6DCA8-A1FA-4EB0-F1AE-E93A41041D4F}"/>
                  </a:ext>
                </a:extLst>
              </p:cNvPr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34">
                <a:extLst>
                  <a:ext uri="{FF2B5EF4-FFF2-40B4-BE49-F238E27FC236}">
                    <a16:creationId xmlns:a16="http://schemas.microsoft.com/office/drawing/2014/main" id="{6CF93C04-E6C7-E398-F65F-CE3FC52C09C0}"/>
                  </a:ext>
                </a:extLst>
              </p:cNvPr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38806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8">
          <a:extLst>
            <a:ext uri="{FF2B5EF4-FFF2-40B4-BE49-F238E27FC236}">
              <a16:creationId xmlns:a16="http://schemas.microsoft.com/office/drawing/2014/main" id="{84FCBDAF-A0B0-14E0-96FF-A95BE546B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34">
            <a:extLst>
              <a:ext uri="{FF2B5EF4-FFF2-40B4-BE49-F238E27FC236}">
                <a16:creationId xmlns:a16="http://schemas.microsoft.com/office/drawing/2014/main" id="{F45777E3-7349-BD93-F768-A9249E156A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Código Fonte</a:t>
            </a:r>
            <a:endParaRPr dirty="0"/>
          </a:p>
        </p:txBody>
      </p:sp>
      <p:sp>
        <p:nvSpPr>
          <p:cNvPr id="1112" name="Google Shape;1112;p34">
            <a:extLst>
              <a:ext uri="{FF2B5EF4-FFF2-40B4-BE49-F238E27FC236}">
                <a16:creationId xmlns:a16="http://schemas.microsoft.com/office/drawing/2014/main" id="{269410C2-5F38-02C5-560E-A5F38AD5AF2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79674" y="1134427"/>
            <a:ext cx="5686440" cy="39034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b="1" dirty="0"/>
              <a:t>// Terceira parte do Loop verifica se acionamento simples e tempo inativo</a:t>
            </a:r>
          </a:p>
          <a:p>
            <a:r>
              <a:rPr lang="pt-BR" dirty="0"/>
              <a:t>  </a:t>
            </a:r>
            <a:r>
              <a:rPr lang="pt-BR" dirty="0" err="1"/>
              <a:t>if</a:t>
            </a:r>
            <a:r>
              <a:rPr lang="pt-BR" dirty="0"/>
              <a:t> (</a:t>
            </a:r>
            <a:r>
              <a:rPr lang="pt-BR" dirty="0" err="1"/>
              <a:t>esperandoSegundoClique</a:t>
            </a:r>
            <a:r>
              <a:rPr lang="pt-BR" dirty="0"/>
              <a:t> &amp;&amp; (</a:t>
            </a:r>
            <a:r>
              <a:rPr lang="pt-BR" dirty="0" err="1"/>
              <a:t>millis</a:t>
            </a:r>
            <a:r>
              <a:rPr lang="pt-BR" dirty="0"/>
              <a:t>() - </a:t>
            </a:r>
            <a:r>
              <a:rPr lang="pt-BR" dirty="0" err="1"/>
              <a:t>tempoClique</a:t>
            </a:r>
            <a:r>
              <a:rPr lang="pt-BR" dirty="0"/>
              <a:t> &gt; </a:t>
            </a:r>
            <a:r>
              <a:rPr lang="pt-BR" dirty="0" err="1"/>
              <a:t>intervaloDuplo</a:t>
            </a:r>
            <a:r>
              <a:rPr lang="pt-BR" dirty="0"/>
              <a:t>)) {</a:t>
            </a:r>
          </a:p>
          <a:p>
            <a:r>
              <a:rPr lang="pt-BR" dirty="0"/>
              <a:t>    </a:t>
            </a:r>
            <a:r>
              <a:rPr lang="pt-BR" dirty="0" err="1"/>
              <a:t>Serial.println</a:t>
            </a:r>
            <a:r>
              <a:rPr lang="pt-BR" dirty="0"/>
              <a:t>("Clique simples");</a:t>
            </a:r>
          </a:p>
          <a:p>
            <a:r>
              <a:rPr lang="pt-BR" dirty="0"/>
              <a:t>    </a:t>
            </a:r>
            <a:r>
              <a:rPr lang="pt-BR" dirty="0" err="1"/>
              <a:t>esperandoSegundoClique</a:t>
            </a:r>
            <a:r>
              <a:rPr lang="pt-BR" dirty="0"/>
              <a:t> = false;</a:t>
            </a:r>
          </a:p>
          <a:p>
            <a:r>
              <a:rPr lang="pt-BR" dirty="0"/>
              <a:t>    </a:t>
            </a:r>
            <a:r>
              <a:rPr lang="pt-BR" dirty="0" err="1"/>
              <a:t>alteraLED</a:t>
            </a:r>
            <a:r>
              <a:rPr lang="pt-BR" dirty="0"/>
              <a:t>();</a:t>
            </a:r>
          </a:p>
          <a:p>
            <a:r>
              <a:rPr lang="pt-BR" dirty="0"/>
              <a:t>  }</a:t>
            </a:r>
          </a:p>
          <a:p>
            <a:br>
              <a:rPr lang="pt-BR" dirty="0"/>
            </a:br>
            <a:endParaRPr lang="pt-BR" dirty="0"/>
          </a:p>
          <a:p>
            <a:r>
              <a:rPr lang="pt-BR" dirty="0"/>
              <a:t>  </a:t>
            </a:r>
            <a:r>
              <a:rPr lang="pt-BR" dirty="0" err="1"/>
              <a:t>estadoAnterior</a:t>
            </a:r>
            <a:r>
              <a:rPr lang="pt-BR" dirty="0"/>
              <a:t> = </a:t>
            </a:r>
            <a:r>
              <a:rPr lang="pt-BR" dirty="0" err="1"/>
              <a:t>estadoAtual</a:t>
            </a:r>
            <a:r>
              <a:rPr lang="pt-BR" dirty="0"/>
              <a:t>;</a:t>
            </a:r>
          </a:p>
          <a:p>
            <a:br>
              <a:rPr lang="pt-BR" dirty="0"/>
            </a:br>
            <a:endParaRPr lang="pt-BR" dirty="0"/>
          </a:p>
          <a:p>
            <a:r>
              <a:rPr lang="pt-BR" dirty="0"/>
              <a:t>  // Retorno automático após inatividade</a:t>
            </a:r>
          </a:p>
          <a:p>
            <a:r>
              <a:rPr lang="pt-BR" dirty="0"/>
              <a:t>  </a:t>
            </a:r>
            <a:r>
              <a:rPr lang="pt-BR" dirty="0" err="1"/>
              <a:t>if</a:t>
            </a:r>
            <a:r>
              <a:rPr lang="pt-BR" dirty="0"/>
              <a:t> (!</a:t>
            </a:r>
            <a:r>
              <a:rPr lang="pt-BR" dirty="0" err="1"/>
              <a:t>modo_aut</a:t>
            </a:r>
            <a:r>
              <a:rPr lang="pt-BR" dirty="0"/>
              <a:t> &amp;&amp; (</a:t>
            </a:r>
            <a:r>
              <a:rPr lang="pt-BR" dirty="0" err="1"/>
              <a:t>millis</a:t>
            </a:r>
            <a:r>
              <a:rPr lang="pt-BR" dirty="0"/>
              <a:t>() - </a:t>
            </a:r>
            <a:r>
              <a:rPr lang="pt-BR" dirty="0" err="1"/>
              <a:t>ultimoClique</a:t>
            </a:r>
            <a:r>
              <a:rPr lang="pt-BR" dirty="0"/>
              <a:t> &gt; </a:t>
            </a:r>
            <a:r>
              <a:rPr lang="pt-BR" dirty="0" err="1"/>
              <a:t>tempoInatividade</a:t>
            </a:r>
            <a:r>
              <a:rPr lang="pt-BR" dirty="0"/>
              <a:t>)) {</a:t>
            </a:r>
          </a:p>
          <a:p>
            <a:r>
              <a:rPr lang="pt-BR" dirty="0"/>
              <a:t>    </a:t>
            </a:r>
            <a:r>
              <a:rPr lang="pt-BR" dirty="0" err="1"/>
              <a:t>Serial.println</a:t>
            </a:r>
            <a:r>
              <a:rPr lang="pt-BR" dirty="0"/>
              <a:t>("Retornando para modo automático");</a:t>
            </a:r>
          </a:p>
          <a:p>
            <a:r>
              <a:rPr lang="pt-BR" dirty="0"/>
              <a:t>    </a:t>
            </a:r>
            <a:r>
              <a:rPr lang="pt-BR" dirty="0" err="1"/>
              <a:t>modo_aut</a:t>
            </a:r>
            <a:r>
              <a:rPr lang="pt-BR" dirty="0"/>
              <a:t> = </a:t>
            </a:r>
            <a:r>
              <a:rPr lang="pt-BR" dirty="0" err="1"/>
              <a:t>true</a:t>
            </a:r>
            <a:r>
              <a:rPr lang="pt-BR" dirty="0"/>
              <a:t>;</a:t>
            </a:r>
          </a:p>
          <a:p>
            <a:r>
              <a:rPr lang="pt-BR" dirty="0"/>
              <a:t>  }</a:t>
            </a:r>
          </a:p>
          <a:p>
            <a:endParaRPr lang="pt-BR" dirty="0"/>
          </a:p>
          <a:p>
            <a:r>
              <a:rPr lang="pt-BR" dirty="0"/>
              <a:t>  delay(50);</a:t>
            </a:r>
          </a:p>
          <a:p>
            <a:r>
              <a:rPr lang="pt-BR" dirty="0"/>
              <a:t>}</a:t>
            </a:r>
          </a:p>
          <a:p>
            <a:endParaRPr lang="pt-BR" dirty="0"/>
          </a:p>
        </p:txBody>
      </p:sp>
      <p:grpSp>
        <p:nvGrpSpPr>
          <p:cNvPr id="1114" name="Google Shape;1114;p34">
            <a:extLst>
              <a:ext uri="{FF2B5EF4-FFF2-40B4-BE49-F238E27FC236}">
                <a16:creationId xmlns:a16="http://schemas.microsoft.com/office/drawing/2014/main" id="{BC25CD0A-63A0-8055-A276-D248E2D60CFF}"/>
              </a:ext>
            </a:extLst>
          </p:cNvPr>
          <p:cNvGrpSpPr/>
          <p:nvPr/>
        </p:nvGrpSpPr>
        <p:grpSpPr>
          <a:xfrm>
            <a:off x="7658533" y="701383"/>
            <a:ext cx="1187311" cy="624971"/>
            <a:chOff x="3859815" y="2867310"/>
            <a:chExt cx="1262157" cy="664368"/>
          </a:xfrm>
        </p:grpSpPr>
        <p:sp>
          <p:nvSpPr>
            <p:cNvPr id="1115" name="Google Shape;1115;p34">
              <a:extLst>
                <a:ext uri="{FF2B5EF4-FFF2-40B4-BE49-F238E27FC236}">
                  <a16:creationId xmlns:a16="http://schemas.microsoft.com/office/drawing/2014/main" id="{EC2D1EA3-3263-B4A4-8708-AB5E114E7691}"/>
                </a:ext>
              </a:extLst>
            </p:cNvPr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16" name="Google Shape;1116;p34">
              <a:extLst>
                <a:ext uri="{FF2B5EF4-FFF2-40B4-BE49-F238E27FC236}">
                  <a16:creationId xmlns:a16="http://schemas.microsoft.com/office/drawing/2014/main" id="{7D296979-0D87-AC9F-794E-929E8273AABD}"/>
                </a:ext>
              </a:extLst>
            </p:cNvPr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117" name="Google Shape;1117;p34">
                <a:extLst>
                  <a:ext uri="{FF2B5EF4-FFF2-40B4-BE49-F238E27FC236}">
                    <a16:creationId xmlns:a16="http://schemas.microsoft.com/office/drawing/2014/main" id="{07012CEE-1773-4623-96BF-51FF09BD51CC}"/>
                  </a:ext>
                </a:extLst>
              </p:cNvPr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118" name="Google Shape;1118;p34">
                  <a:extLst>
                    <a:ext uri="{FF2B5EF4-FFF2-40B4-BE49-F238E27FC236}">
                      <a16:creationId xmlns:a16="http://schemas.microsoft.com/office/drawing/2014/main" id="{3742306A-EA99-3E90-DCA7-1701C6150930}"/>
                    </a:ext>
                  </a:extLst>
                </p:cNvPr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119" name="Google Shape;1119;p34">
                    <a:extLst>
                      <a:ext uri="{FF2B5EF4-FFF2-40B4-BE49-F238E27FC236}">
                        <a16:creationId xmlns:a16="http://schemas.microsoft.com/office/drawing/2014/main" id="{0E6AD027-10E1-5C83-CC4B-4CF0B71C9E13}"/>
                      </a:ext>
                    </a:extLst>
                  </p:cNvPr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0" name="Google Shape;1120;p34">
                    <a:extLst>
                      <a:ext uri="{FF2B5EF4-FFF2-40B4-BE49-F238E27FC236}">
                        <a16:creationId xmlns:a16="http://schemas.microsoft.com/office/drawing/2014/main" id="{6A8229DC-2278-5A18-369C-50CFA0E9E50C}"/>
                      </a:ext>
                    </a:extLst>
                  </p:cNvPr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1" name="Google Shape;1121;p34">
                  <a:extLst>
                    <a:ext uri="{FF2B5EF4-FFF2-40B4-BE49-F238E27FC236}">
                      <a16:creationId xmlns:a16="http://schemas.microsoft.com/office/drawing/2014/main" id="{9BD79384-E060-E680-35EE-E71EA75C47CB}"/>
                    </a:ext>
                  </a:extLst>
                </p:cNvPr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122" name="Google Shape;1122;p34">
                    <a:extLst>
                      <a:ext uri="{FF2B5EF4-FFF2-40B4-BE49-F238E27FC236}">
                        <a16:creationId xmlns:a16="http://schemas.microsoft.com/office/drawing/2014/main" id="{D2B3686A-AB18-505B-937D-D015FF7568D0}"/>
                      </a:ext>
                    </a:extLst>
                  </p:cNvPr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3" name="Google Shape;1123;p34">
                    <a:extLst>
                      <a:ext uri="{FF2B5EF4-FFF2-40B4-BE49-F238E27FC236}">
                        <a16:creationId xmlns:a16="http://schemas.microsoft.com/office/drawing/2014/main" id="{0C749274-0B52-7A97-82A0-A423972F9CC8}"/>
                      </a:ext>
                    </a:extLst>
                  </p:cNvPr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4" name="Google Shape;1124;p34">
                  <a:extLst>
                    <a:ext uri="{FF2B5EF4-FFF2-40B4-BE49-F238E27FC236}">
                      <a16:creationId xmlns:a16="http://schemas.microsoft.com/office/drawing/2014/main" id="{2172DF9C-B975-D717-BC55-8EE263FE3E84}"/>
                    </a:ext>
                  </a:extLst>
                </p:cNvPr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125" name="Google Shape;1125;p34">
                    <a:extLst>
                      <a:ext uri="{FF2B5EF4-FFF2-40B4-BE49-F238E27FC236}">
                        <a16:creationId xmlns:a16="http://schemas.microsoft.com/office/drawing/2014/main" id="{F6E2A5C1-6E38-6A16-C0E2-A78117396189}"/>
                      </a:ext>
                    </a:extLst>
                  </p:cNvPr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6" name="Google Shape;1126;p34">
                    <a:extLst>
                      <a:ext uri="{FF2B5EF4-FFF2-40B4-BE49-F238E27FC236}">
                        <a16:creationId xmlns:a16="http://schemas.microsoft.com/office/drawing/2014/main" id="{5B727DE0-3D1C-9DBB-29AB-BAEF19E6DEC4}"/>
                      </a:ext>
                    </a:extLst>
                  </p:cNvPr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127" name="Google Shape;1127;p34">
                <a:extLst>
                  <a:ext uri="{FF2B5EF4-FFF2-40B4-BE49-F238E27FC236}">
                    <a16:creationId xmlns:a16="http://schemas.microsoft.com/office/drawing/2014/main" id="{75258D9B-35DD-11E3-D977-7EC59CDFC098}"/>
                  </a:ext>
                </a:extLst>
              </p:cNvPr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34">
                <a:extLst>
                  <a:ext uri="{FF2B5EF4-FFF2-40B4-BE49-F238E27FC236}">
                    <a16:creationId xmlns:a16="http://schemas.microsoft.com/office/drawing/2014/main" id="{9F76D62C-A93E-C3B4-17C1-C9E6E0AF9C1A}"/>
                  </a:ext>
                </a:extLst>
              </p:cNvPr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34">
                <a:extLst>
                  <a:ext uri="{FF2B5EF4-FFF2-40B4-BE49-F238E27FC236}">
                    <a16:creationId xmlns:a16="http://schemas.microsoft.com/office/drawing/2014/main" id="{8E5A95D8-00E5-4635-7DF3-C26DCF0324CE}"/>
                  </a:ext>
                </a:extLst>
              </p:cNvPr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31689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8">
          <a:extLst>
            <a:ext uri="{FF2B5EF4-FFF2-40B4-BE49-F238E27FC236}">
              <a16:creationId xmlns:a16="http://schemas.microsoft.com/office/drawing/2014/main" id="{ACEAFE8C-94EE-6885-D588-944BF959F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34">
            <a:extLst>
              <a:ext uri="{FF2B5EF4-FFF2-40B4-BE49-F238E27FC236}">
                <a16:creationId xmlns:a16="http://schemas.microsoft.com/office/drawing/2014/main" id="{AAE503BF-2E3A-8C7A-7640-62AD78CC19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Código Fonte</a:t>
            </a:r>
            <a:endParaRPr dirty="0"/>
          </a:p>
        </p:txBody>
      </p:sp>
      <p:sp>
        <p:nvSpPr>
          <p:cNvPr id="1112" name="Google Shape;1112;p34">
            <a:extLst>
              <a:ext uri="{FF2B5EF4-FFF2-40B4-BE49-F238E27FC236}">
                <a16:creationId xmlns:a16="http://schemas.microsoft.com/office/drawing/2014/main" id="{CA2DEFBE-24EE-535C-C204-3F9D53B3011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79675" y="1134427"/>
            <a:ext cx="3384300" cy="11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en" dirty="0"/>
              <a:t>Disponível na Plataforma GitHub por meio do link: &lt;</a:t>
            </a:r>
            <a:r>
              <a:rPr lang="pt-BR" dirty="0"/>
              <a:t>https://github.com/Fabricio-Aguiar-23/Microcontroladores.git</a:t>
            </a:r>
            <a:r>
              <a:rPr lang="en" dirty="0"/>
              <a:t>&gt;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114" name="Google Shape;1114;p34">
            <a:extLst>
              <a:ext uri="{FF2B5EF4-FFF2-40B4-BE49-F238E27FC236}">
                <a16:creationId xmlns:a16="http://schemas.microsoft.com/office/drawing/2014/main" id="{35135136-AA14-4275-C61E-220F3C6B9AAA}"/>
              </a:ext>
            </a:extLst>
          </p:cNvPr>
          <p:cNvGrpSpPr/>
          <p:nvPr/>
        </p:nvGrpSpPr>
        <p:grpSpPr>
          <a:xfrm>
            <a:off x="7658533" y="701383"/>
            <a:ext cx="1187311" cy="624971"/>
            <a:chOff x="3859815" y="2867310"/>
            <a:chExt cx="1262157" cy="664368"/>
          </a:xfrm>
        </p:grpSpPr>
        <p:sp>
          <p:nvSpPr>
            <p:cNvPr id="1115" name="Google Shape;1115;p34">
              <a:extLst>
                <a:ext uri="{FF2B5EF4-FFF2-40B4-BE49-F238E27FC236}">
                  <a16:creationId xmlns:a16="http://schemas.microsoft.com/office/drawing/2014/main" id="{F07E7599-4A25-2C0C-87A6-820BFA50CEF2}"/>
                </a:ext>
              </a:extLst>
            </p:cNvPr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16" name="Google Shape;1116;p34">
              <a:extLst>
                <a:ext uri="{FF2B5EF4-FFF2-40B4-BE49-F238E27FC236}">
                  <a16:creationId xmlns:a16="http://schemas.microsoft.com/office/drawing/2014/main" id="{A3510010-6344-5C53-C6F8-E1A820C33685}"/>
                </a:ext>
              </a:extLst>
            </p:cNvPr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117" name="Google Shape;1117;p34">
                <a:extLst>
                  <a:ext uri="{FF2B5EF4-FFF2-40B4-BE49-F238E27FC236}">
                    <a16:creationId xmlns:a16="http://schemas.microsoft.com/office/drawing/2014/main" id="{CA657D6D-5B7E-ADE9-4474-2A2C0D5AFE7A}"/>
                  </a:ext>
                </a:extLst>
              </p:cNvPr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118" name="Google Shape;1118;p34">
                  <a:extLst>
                    <a:ext uri="{FF2B5EF4-FFF2-40B4-BE49-F238E27FC236}">
                      <a16:creationId xmlns:a16="http://schemas.microsoft.com/office/drawing/2014/main" id="{F8F92CFD-31B9-07CA-48A1-94DD456A9244}"/>
                    </a:ext>
                  </a:extLst>
                </p:cNvPr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119" name="Google Shape;1119;p34">
                    <a:extLst>
                      <a:ext uri="{FF2B5EF4-FFF2-40B4-BE49-F238E27FC236}">
                        <a16:creationId xmlns:a16="http://schemas.microsoft.com/office/drawing/2014/main" id="{55C8740D-B2F8-37EB-DF23-8177FD55C682}"/>
                      </a:ext>
                    </a:extLst>
                  </p:cNvPr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0" name="Google Shape;1120;p34">
                    <a:extLst>
                      <a:ext uri="{FF2B5EF4-FFF2-40B4-BE49-F238E27FC236}">
                        <a16:creationId xmlns:a16="http://schemas.microsoft.com/office/drawing/2014/main" id="{A7A992AF-DED5-16F8-D503-D3D432787BD6}"/>
                      </a:ext>
                    </a:extLst>
                  </p:cNvPr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1" name="Google Shape;1121;p34">
                  <a:extLst>
                    <a:ext uri="{FF2B5EF4-FFF2-40B4-BE49-F238E27FC236}">
                      <a16:creationId xmlns:a16="http://schemas.microsoft.com/office/drawing/2014/main" id="{8ABFED4B-C24C-3A40-E028-92881FBE9D64}"/>
                    </a:ext>
                  </a:extLst>
                </p:cNvPr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122" name="Google Shape;1122;p34">
                    <a:extLst>
                      <a:ext uri="{FF2B5EF4-FFF2-40B4-BE49-F238E27FC236}">
                        <a16:creationId xmlns:a16="http://schemas.microsoft.com/office/drawing/2014/main" id="{5A808AB0-C1D2-C4C5-DB09-175EB7F905CB}"/>
                      </a:ext>
                    </a:extLst>
                  </p:cNvPr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3" name="Google Shape;1123;p34">
                    <a:extLst>
                      <a:ext uri="{FF2B5EF4-FFF2-40B4-BE49-F238E27FC236}">
                        <a16:creationId xmlns:a16="http://schemas.microsoft.com/office/drawing/2014/main" id="{35AAA4F9-C7F1-269F-E448-715BDD33EDC4}"/>
                      </a:ext>
                    </a:extLst>
                  </p:cNvPr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4" name="Google Shape;1124;p34">
                  <a:extLst>
                    <a:ext uri="{FF2B5EF4-FFF2-40B4-BE49-F238E27FC236}">
                      <a16:creationId xmlns:a16="http://schemas.microsoft.com/office/drawing/2014/main" id="{3F72D410-A2E8-1133-8349-3897DCD77201}"/>
                    </a:ext>
                  </a:extLst>
                </p:cNvPr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125" name="Google Shape;1125;p34">
                    <a:extLst>
                      <a:ext uri="{FF2B5EF4-FFF2-40B4-BE49-F238E27FC236}">
                        <a16:creationId xmlns:a16="http://schemas.microsoft.com/office/drawing/2014/main" id="{2F010897-B54B-E2EB-7AAB-AAD07B9BEB65}"/>
                      </a:ext>
                    </a:extLst>
                  </p:cNvPr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6" name="Google Shape;1126;p34">
                    <a:extLst>
                      <a:ext uri="{FF2B5EF4-FFF2-40B4-BE49-F238E27FC236}">
                        <a16:creationId xmlns:a16="http://schemas.microsoft.com/office/drawing/2014/main" id="{CB429E33-6E11-070F-BAF8-F93CF8252932}"/>
                      </a:ext>
                    </a:extLst>
                  </p:cNvPr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127" name="Google Shape;1127;p34">
                <a:extLst>
                  <a:ext uri="{FF2B5EF4-FFF2-40B4-BE49-F238E27FC236}">
                    <a16:creationId xmlns:a16="http://schemas.microsoft.com/office/drawing/2014/main" id="{C994CD39-767D-C778-C380-5D87AC44FD4D}"/>
                  </a:ext>
                </a:extLst>
              </p:cNvPr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34">
                <a:extLst>
                  <a:ext uri="{FF2B5EF4-FFF2-40B4-BE49-F238E27FC236}">
                    <a16:creationId xmlns:a16="http://schemas.microsoft.com/office/drawing/2014/main" id="{A3EFEE9F-82BA-6CCA-C051-7CC429F98C94}"/>
                  </a:ext>
                </a:extLst>
              </p:cNvPr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34">
                <a:extLst>
                  <a:ext uri="{FF2B5EF4-FFF2-40B4-BE49-F238E27FC236}">
                    <a16:creationId xmlns:a16="http://schemas.microsoft.com/office/drawing/2014/main" id="{16068917-AA82-08B4-FB4A-98141512303F}"/>
                  </a:ext>
                </a:extLst>
              </p:cNvPr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9" name="Imagem 8">
            <a:extLst>
              <a:ext uri="{FF2B5EF4-FFF2-40B4-BE49-F238E27FC236}">
                <a16:creationId xmlns:a16="http://schemas.microsoft.com/office/drawing/2014/main" id="{7A6864F2-0749-A196-331E-7714222AF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242" y="2022540"/>
            <a:ext cx="2108984" cy="2134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200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44">
          <a:extLst>
            <a:ext uri="{FF2B5EF4-FFF2-40B4-BE49-F238E27FC236}">
              <a16:creationId xmlns:a16="http://schemas.microsoft.com/office/drawing/2014/main" id="{EF9AC3FE-6373-8694-F733-02BB0DED5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949;p30">
            <a:extLst>
              <a:ext uri="{FF2B5EF4-FFF2-40B4-BE49-F238E27FC236}">
                <a16:creationId xmlns:a16="http://schemas.microsoft.com/office/drawing/2014/main" id="{A567DD20-9552-D595-8297-6F4308157F13}"/>
              </a:ext>
            </a:extLst>
          </p:cNvPr>
          <p:cNvSpPr txBox="1">
            <a:spLocks/>
          </p:cNvSpPr>
          <p:nvPr/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pt-BR" sz="3000" dirty="0"/>
              <a:t>Referências</a:t>
            </a:r>
          </a:p>
        </p:txBody>
      </p:sp>
      <p:sp>
        <p:nvSpPr>
          <p:cNvPr id="2" name="Google Shape;1112;p34">
            <a:extLst>
              <a:ext uri="{FF2B5EF4-FFF2-40B4-BE49-F238E27FC236}">
                <a16:creationId xmlns:a16="http://schemas.microsoft.com/office/drawing/2014/main" id="{84D2E2BD-D414-3C85-AAC5-FAAB5273D352}"/>
              </a:ext>
            </a:extLst>
          </p:cNvPr>
          <p:cNvSpPr txBox="1">
            <a:spLocks/>
          </p:cNvSpPr>
          <p:nvPr/>
        </p:nvSpPr>
        <p:spPr>
          <a:xfrm>
            <a:off x="779675" y="1134427"/>
            <a:ext cx="3384300" cy="11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just"/>
            <a:r>
              <a:rPr lang="pt-BR" dirty="0" err="1"/>
              <a:t>Ref</a:t>
            </a:r>
            <a:endParaRPr lang="pt-BR" dirty="0"/>
          </a:p>
          <a:p>
            <a:pPr marL="0" indent="0"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84126519"/>
      </p:ext>
    </p:extLst>
  </p:cSld>
  <p:clrMapOvr>
    <a:masterClrMapping/>
  </p:clrMapOvr>
</p:sld>
</file>

<file path=ppt/theme/theme1.xml><?xml version="1.0" encoding="utf-8"?>
<a:theme xmlns:a="http://schemas.openxmlformats.org/drawingml/2006/main" name="Multimedia Software Pitch Deck by Slidesgo">
  <a:themeElements>
    <a:clrScheme name="Simple Light">
      <a:dk1>
        <a:srgbClr val="35363B"/>
      </a:dk1>
      <a:lt1>
        <a:srgbClr val="F3F3F3"/>
      </a:lt1>
      <a:dk2>
        <a:srgbClr val="D9DDE3"/>
      </a:dk2>
      <a:lt2>
        <a:srgbClr val="BA0034"/>
      </a:lt2>
      <a:accent1>
        <a:srgbClr val="F8B85E"/>
      </a:accent1>
      <a:accent2>
        <a:srgbClr val="34909D"/>
      </a:accent2>
      <a:accent3>
        <a:srgbClr val="55C0ED"/>
      </a:accent3>
      <a:accent4>
        <a:srgbClr val="6F7082"/>
      </a:accent4>
      <a:accent5>
        <a:srgbClr val="CED0D6"/>
      </a:accent5>
      <a:accent6>
        <a:srgbClr val="42444F"/>
      </a:accent6>
      <a:hlink>
        <a:srgbClr val="35363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820</Words>
  <Application>Microsoft Office PowerPoint</Application>
  <PresentationFormat>Apresentação na tela (16:9)</PresentationFormat>
  <Paragraphs>93</Paragraphs>
  <Slides>15</Slides>
  <Notes>15</Notes>
  <HiddenSlides>1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3" baseType="lpstr">
      <vt:lpstr>Nunito Light</vt:lpstr>
      <vt:lpstr>Wingdings</vt:lpstr>
      <vt:lpstr>Lato</vt:lpstr>
      <vt:lpstr>Calibri</vt:lpstr>
      <vt:lpstr>Epilogue</vt:lpstr>
      <vt:lpstr>Raleway</vt:lpstr>
      <vt:lpstr>Arial</vt:lpstr>
      <vt:lpstr>Multimedia Software Pitch Deck by Slidesgo</vt:lpstr>
      <vt:lpstr>Microcontroladores</vt:lpstr>
      <vt:lpstr>Problemática</vt:lpstr>
      <vt:lpstr>Requisitos do Projeto</vt:lpstr>
      <vt:lpstr>Arquitetura de Hardware</vt:lpstr>
      <vt:lpstr>Apresentação do PowerPoint</vt:lpstr>
      <vt:lpstr>Apresentação do PowerPoint</vt:lpstr>
      <vt:lpstr>Código Fonte</vt:lpstr>
      <vt:lpstr>Código Fonte</vt:lpstr>
      <vt:lpstr>Código Fonte</vt:lpstr>
      <vt:lpstr>Código Fonte</vt:lpstr>
      <vt:lpstr>Código Fonte</vt:lpstr>
      <vt:lpstr>Código Fonte</vt:lpstr>
      <vt:lpstr>Código Fonte</vt:lpstr>
      <vt:lpstr>Código Fonte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Fabricio Aguiar</dc:creator>
  <cp:lastModifiedBy>Fabricio Aguiar</cp:lastModifiedBy>
  <cp:revision>5</cp:revision>
  <dcterms:modified xsi:type="dcterms:W3CDTF">2026-04-08T13:26:36Z</dcterms:modified>
</cp:coreProperties>
</file>